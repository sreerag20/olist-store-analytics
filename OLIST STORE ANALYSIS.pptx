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60" r:id="rId4"/>
    <p:sldId id="261" r:id="rId5"/>
    <p:sldId id="268" r:id="rId6"/>
    <p:sldId id="262" r:id="rId7"/>
    <p:sldId id="267" r:id="rId8"/>
    <p:sldId id="263" r:id="rId9"/>
    <p:sldId id="264" r:id="rId10"/>
    <p:sldId id="265" r:id="rId11"/>
    <p:sldId id="26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AFFBA-31AE-407D-8579-C0BEB79A7AAB}" v="738" dt="2023-06-07T13:50:01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rag A" userId="ca3fabf9d48a417a" providerId="LiveId" clId="{3FEAFFBA-31AE-407D-8579-C0BEB79A7AAB}"/>
    <pc:docChg chg="undo custSel addSld delSld modSld sldOrd modMainMaster">
      <pc:chgData name="Sreerag A" userId="ca3fabf9d48a417a" providerId="LiveId" clId="{3FEAFFBA-31AE-407D-8579-C0BEB79A7AAB}" dt="2023-06-07T13:50:01.117" v="4604" actId="20577"/>
      <pc:docMkLst>
        <pc:docMk/>
      </pc:docMkLst>
      <pc:sldChg chg="addSp delSp modSp mod modTransition setBg">
        <pc:chgData name="Sreerag A" userId="ca3fabf9d48a417a" providerId="LiveId" clId="{3FEAFFBA-31AE-407D-8579-C0BEB79A7AAB}" dt="2023-06-07T05:29:17.078" v="3942"/>
        <pc:sldMkLst>
          <pc:docMk/>
          <pc:sldMk cId="3326534640" sldId="256"/>
        </pc:sldMkLst>
        <pc:spChg chg="del">
          <ac:chgData name="Sreerag A" userId="ca3fabf9d48a417a" providerId="LiveId" clId="{3FEAFFBA-31AE-407D-8579-C0BEB79A7AAB}" dt="2023-06-04T16:26:24.334" v="430" actId="478"/>
          <ac:spMkLst>
            <pc:docMk/>
            <pc:sldMk cId="3326534640" sldId="256"/>
            <ac:spMk id="2" creationId="{096F3D21-6303-A979-ED13-CB2E717C3C51}"/>
          </ac:spMkLst>
        </pc:spChg>
        <pc:spChg chg="del mod">
          <ac:chgData name="Sreerag A" userId="ca3fabf9d48a417a" providerId="LiveId" clId="{3FEAFFBA-31AE-407D-8579-C0BEB79A7AAB}" dt="2023-06-04T16:26:10.954" v="428" actId="478"/>
          <ac:spMkLst>
            <pc:docMk/>
            <pc:sldMk cId="3326534640" sldId="256"/>
            <ac:spMk id="3" creationId="{353DEBA8-F2E6-1633-1EA2-59F28DA94A1E}"/>
          </ac:spMkLst>
        </pc:spChg>
        <pc:spChg chg="add del mod">
          <ac:chgData name="Sreerag A" userId="ca3fabf9d48a417a" providerId="LiveId" clId="{3FEAFFBA-31AE-407D-8579-C0BEB79A7AAB}" dt="2023-06-04T16:26:21.611" v="429" actId="478"/>
          <ac:spMkLst>
            <pc:docMk/>
            <pc:sldMk cId="3326534640" sldId="256"/>
            <ac:spMk id="5" creationId="{269F98B4-E7DA-5497-BE4D-9033F1E6C8CF}"/>
          </ac:spMkLst>
        </pc:spChg>
        <pc:spChg chg="add del mod">
          <ac:chgData name="Sreerag A" userId="ca3fabf9d48a417a" providerId="LiveId" clId="{3FEAFFBA-31AE-407D-8579-C0BEB79A7AAB}" dt="2023-06-04T16:26:32.938" v="431" actId="478"/>
          <ac:spMkLst>
            <pc:docMk/>
            <pc:sldMk cId="3326534640" sldId="256"/>
            <ac:spMk id="7" creationId="{DBA595E3-D8CE-1EC3-F603-59DDCEE8C652}"/>
          </ac:spMkLst>
        </pc:spChg>
        <pc:spChg chg="add mod">
          <ac:chgData name="Sreerag A" userId="ca3fabf9d48a417a" providerId="LiveId" clId="{3FEAFFBA-31AE-407D-8579-C0BEB79A7AAB}" dt="2023-06-04T17:07:11.047" v="522"/>
          <ac:spMkLst>
            <pc:docMk/>
            <pc:sldMk cId="3326534640" sldId="256"/>
            <ac:spMk id="8" creationId="{10EF1884-BD59-B65F-0E2E-6EAA00ADFEB3}"/>
          </ac:spMkLst>
        </pc:spChg>
        <pc:spChg chg="add del mod">
          <ac:chgData name="Sreerag A" userId="ca3fabf9d48a417a" providerId="LiveId" clId="{3FEAFFBA-31AE-407D-8579-C0BEB79A7AAB}" dt="2023-06-04T17:07:11.047" v="522"/>
          <ac:spMkLst>
            <pc:docMk/>
            <pc:sldMk cId="3326534640" sldId="256"/>
            <ac:spMk id="9" creationId="{6D88F2A0-8FDC-6321-B4AF-FB4DCB1B949A}"/>
          </ac:spMkLst>
        </pc:spChg>
        <pc:spChg chg="add del mod">
          <ac:chgData name="Sreerag A" userId="ca3fabf9d48a417a" providerId="LiveId" clId="{3FEAFFBA-31AE-407D-8579-C0BEB79A7AAB}" dt="2023-06-04T17:07:11.047" v="522"/>
          <ac:spMkLst>
            <pc:docMk/>
            <pc:sldMk cId="3326534640" sldId="256"/>
            <ac:spMk id="10" creationId="{115CA9D3-5846-8706-59DB-C46C1D8995D4}"/>
          </ac:spMkLst>
        </pc:spChg>
        <pc:inkChg chg="add del">
          <ac:chgData name="Sreerag A" userId="ca3fabf9d48a417a" providerId="LiveId" clId="{3FEAFFBA-31AE-407D-8579-C0BEB79A7AAB}" dt="2023-06-06T14:41:57.728" v="2646" actId="478"/>
          <ac:inkMkLst>
            <pc:docMk/>
            <pc:sldMk cId="3326534640" sldId="256"/>
            <ac:inkMk id="2" creationId="{781364A2-1A63-9049-E0A1-5DA16FEFF9AB}"/>
          </ac:inkMkLst>
        </pc:inkChg>
      </pc:sldChg>
      <pc:sldChg chg="modSp mod modTransition modAnim">
        <pc:chgData name="Sreerag A" userId="ca3fabf9d48a417a" providerId="LiveId" clId="{3FEAFFBA-31AE-407D-8579-C0BEB79A7AAB}" dt="2023-06-07T05:51:35.035" v="4070"/>
        <pc:sldMkLst>
          <pc:docMk/>
          <pc:sldMk cId="3365758427" sldId="259"/>
        </pc:sldMkLst>
        <pc:spChg chg="mod">
          <ac:chgData name="Sreerag A" userId="ca3fabf9d48a417a" providerId="LiveId" clId="{3FEAFFBA-31AE-407D-8579-C0BEB79A7AAB}" dt="2023-06-06T15:13:14.047" v="2674" actId="1076"/>
          <ac:spMkLst>
            <pc:docMk/>
            <pc:sldMk cId="3365758427" sldId="259"/>
            <ac:spMk id="2" creationId="{19AF96DA-ECB4-E148-65C9-C1F08CAD3DD3}"/>
          </ac:spMkLst>
        </pc:spChg>
        <pc:spChg chg="mod">
          <ac:chgData name="Sreerag A" userId="ca3fabf9d48a417a" providerId="LiveId" clId="{3FEAFFBA-31AE-407D-8579-C0BEB79A7AAB}" dt="2023-06-06T15:52:59.428" v="2733" actId="27636"/>
          <ac:spMkLst>
            <pc:docMk/>
            <pc:sldMk cId="3365758427" sldId="259"/>
            <ac:spMk id="3" creationId="{98491BC2-658B-13F1-8D37-3C4CFC708502}"/>
          </ac:spMkLst>
        </pc:spChg>
      </pc:sldChg>
      <pc:sldChg chg="addSp delSp modSp mod modTransition modAnim">
        <pc:chgData name="Sreerag A" userId="ca3fabf9d48a417a" providerId="LiveId" clId="{3FEAFFBA-31AE-407D-8579-C0BEB79A7AAB}" dt="2023-06-07T06:16:04.538" v="4101" actId="20577"/>
        <pc:sldMkLst>
          <pc:docMk/>
          <pc:sldMk cId="838701749" sldId="260"/>
        </pc:sldMkLst>
        <pc:spChg chg="mod">
          <ac:chgData name="Sreerag A" userId="ca3fabf9d48a417a" providerId="LiveId" clId="{3FEAFFBA-31AE-407D-8579-C0BEB79A7AAB}" dt="2023-06-04T17:07:11.047" v="522"/>
          <ac:spMkLst>
            <pc:docMk/>
            <pc:sldMk cId="838701749" sldId="260"/>
            <ac:spMk id="2" creationId="{9B9BAF8B-BC81-0FEF-7F7F-DD40405C9F76}"/>
          </ac:spMkLst>
        </pc:spChg>
        <pc:spChg chg="del">
          <ac:chgData name="Sreerag A" userId="ca3fabf9d48a417a" providerId="LiveId" clId="{3FEAFFBA-31AE-407D-8579-C0BEB79A7AAB}" dt="2023-06-04T11:25:18.706" v="0" actId="931"/>
          <ac:spMkLst>
            <pc:docMk/>
            <pc:sldMk cId="838701749" sldId="260"/>
            <ac:spMk id="3" creationId="{6DA10F6E-641E-6AAB-6743-1A34E3F16730}"/>
          </ac:spMkLst>
        </pc:spChg>
        <pc:spChg chg="add del mod">
          <ac:chgData name="Sreerag A" userId="ca3fabf9d48a417a" providerId="LiveId" clId="{3FEAFFBA-31AE-407D-8579-C0BEB79A7AAB}" dt="2023-06-04T17:21:40.996" v="677" actId="767"/>
          <ac:spMkLst>
            <pc:docMk/>
            <pc:sldMk cId="838701749" sldId="260"/>
            <ac:spMk id="3" creationId="{C5948E6C-88F6-7F77-4AEC-1E339BE5156C}"/>
          </ac:spMkLst>
        </pc:spChg>
        <pc:spChg chg="add mod">
          <ac:chgData name="Sreerag A" userId="ca3fabf9d48a417a" providerId="LiveId" clId="{3FEAFFBA-31AE-407D-8579-C0BEB79A7AAB}" dt="2023-06-07T06:16:04.538" v="4101" actId="20577"/>
          <ac:spMkLst>
            <pc:docMk/>
            <pc:sldMk cId="838701749" sldId="260"/>
            <ac:spMk id="3" creationId="{EDED4003-5B82-9DF4-3D8B-6755396FCEB5}"/>
          </ac:spMkLst>
        </pc:spChg>
        <pc:spChg chg="add mod">
          <ac:chgData name="Sreerag A" userId="ca3fabf9d48a417a" providerId="LiveId" clId="{3FEAFFBA-31AE-407D-8579-C0BEB79A7AAB}" dt="2023-06-06T07:36:37.592" v="2117" actId="20577"/>
          <ac:spMkLst>
            <pc:docMk/>
            <pc:sldMk cId="838701749" sldId="260"/>
            <ac:spMk id="4" creationId="{FAEA699B-112F-B4D1-0893-48680D38F162}"/>
          </ac:spMkLst>
        </pc:spChg>
        <pc:spChg chg="add del mod">
          <ac:chgData name="Sreerag A" userId="ca3fabf9d48a417a" providerId="LiveId" clId="{3FEAFFBA-31AE-407D-8579-C0BEB79A7AAB}" dt="2023-06-04T17:07:11.047" v="522"/>
          <ac:spMkLst>
            <pc:docMk/>
            <pc:sldMk cId="838701749" sldId="260"/>
            <ac:spMk id="6" creationId="{AD882BCB-E081-60BC-0903-0EB653C44316}"/>
          </ac:spMkLst>
        </pc:spChg>
        <pc:picChg chg="add mod modCrop">
          <ac:chgData name="Sreerag A" userId="ca3fabf9d48a417a" providerId="LiveId" clId="{3FEAFFBA-31AE-407D-8579-C0BEB79A7AAB}" dt="2023-06-04T17:21:44.236" v="678" actId="1076"/>
          <ac:picMkLst>
            <pc:docMk/>
            <pc:sldMk cId="838701749" sldId="260"/>
            <ac:picMk id="5" creationId="{73F5B153-5ECF-CB4B-4D50-1CA19132DBB1}"/>
          </ac:picMkLst>
        </pc:picChg>
      </pc:sldChg>
      <pc:sldChg chg="addSp delSp modSp new mod modTransition modAnim">
        <pc:chgData name="Sreerag A" userId="ca3fabf9d48a417a" providerId="LiveId" clId="{3FEAFFBA-31AE-407D-8579-C0BEB79A7AAB}" dt="2023-06-07T06:26:13.823" v="4102" actId="20577"/>
        <pc:sldMkLst>
          <pc:docMk/>
          <pc:sldMk cId="3352614391" sldId="261"/>
        </pc:sldMkLst>
        <pc:spChg chg="mod">
          <ac:chgData name="Sreerag A" userId="ca3fabf9d48a417a" providerId="LiveId" clId="{3FEAFFBA-31AE-407D-8579-C0BEB79A7AAB}" dt="2023-06-04T17:07:11.047" v="522"/>
          <ac:spMkLst>
            <pc:docMk/>
            <pc:sldMk cId="3352614391" sldId="261"/>
            <ac:spMk id="2" creationId="{B8596ABB-74EB-3A84-85B3-F0ACF6BF831F}"/>
          </ac:spMkLst>
        </pc:spChg>
        <pc:spChg chg="add mod">
          <ac:chgData name="Sreerag A" userId="ca3fabf9d48a417a" providerId="LiveId" clId="{3FEAFFBA-31AE-407D-8579-C0BEB79A7AAB}" dt="2023-06-06T14:07:25.440" v="2493" actId="20577"/>
          <ac:spMkLst>
            <pc:docMk/>
            <pc:sldMk cId="3352614391" sldId="261"/>
            <ac:spMk id="3" creationId="{56309BDE-32DE-6EA8-557C-7D256CA5E7DD}"/>
          </ac:spMkLst>
        </pc:spChg>
        <pc:spChg chg="del mod">
          <ac:chgData name="Sreerag A" userId="ca3fabf9d48a417a" providerId="LiveId" clId="{3FEAFFBA-31AE-407D-8579-C0BEB79A7AAB}" dt="2023-06-04T11:41:13.240" v="149" actId="931"/>
          <ac:spMkLst>
            <pc:docMk/>
            <pc:sldMk cId="3352614391" sldId="261"/>
            <ac:spMk id="3" creationId="{746FE2A6-8677-38C6-2668-5B7AF324DF55}"/>
          </ac:spMkLst>
        </pc:spChg>
        <pc:spChg chg="add del mod">
          <ac:chgData name="Sreerag A" userId="ca3fabf9d48a417a" providerId="LiveId" clId="{3FEAFFBA-31AE-407D-8579-C0BEB79A7AAB}" dt="2023-06-05T14:34:44.971" v="1294"/>
          <ac:spMkLst>
            <pc:docMk/>
            <pc:sldMk cId="3352614391" sldId="261"/>
            <ac:spMk id="4" creationId="{44A8A81B-F567-301F-5260-1DF0E9E3D131}"/>
          </ac:spMkLst>
        </pc:spChg>
        <pc:spChg chg="add del mod">
          <ac:chgData name="Sreerag A" userId="ca3fabf9d48a417a" providerId="LiveId" clId="{3FEAFFBA-31AE-407D-8579-C0BEB79A7AAB}" dt="2023-06-06T14:06:13.773" v="2476"/>
          <ac:spMkLst>
            <pc:docMk/>
            <pc:sldMk cId="3352614391" sldId="261"/>
            <ac:spMk id="4" creationId="{8762C291-FCB5-A5FD-50A8-90FE36D1280D}"/>
          </ac:spMkLst>
        </pc:spChg>
        <pc:spChg chg="add del mod">
          <ac:chgData name="Sreerag A" userId="ca3fabf9d48a417a" providerId="LiveId" clId="{3FEAFFBA-31AE-407D-8579-C0BEB79A7AAB}" dt="2023-06-06T14:06:38.078" v="2480"/>
          <ac:spMkLst>
            <pc:docMk/>
            <pc:sldMk cId="3352614391" sldId="261"/>
            <ac:spMk id="7" creationId="{1B0FB9A1-CD5B-BE57-9F30-383390947642}"/>
          </ac:spMkLst>
        </pc:spChg>
        <pc:spChg chg="add mod">
          <ac:chgData name="Sreerag A" userId="ca3fabf9d48a417a" providerId="LiveId" clId="{3FEAFFBA-31AE-407D-8579-C0BEB79A7AAB}" dt="2023-06-07T06:26:13.823" v="4102" actId="20577"/>
          <ac:spMkLst>
            <pc:docMk/>
            <pc:sldMk cId="3352614391" sldId="261"/>
            <ac:spMk id="8" creationId="{70725C54-56EF-0E10-BEE7-189C17FC2F13}"/>
          </ac:spMkLst>
        </pc:spChg>
        <pc:graphicFrameChg chg="add mod modGraphic">
          <ac:chgData name="Sreerag A" userId="ca3fabf9d48a417a" providerId="LiveId" clId="{3FEAFFBA-31AE-407D-8579-C0BEB79A7AAB}" dt="2023-06-04T17:19:10.646" v="603" actId="14100"/>
          <ac:graphicFrameMkLst>
            <pc:docMk/>
            <pc:sldMk cId="3352614391" sldId="261"/>
            <ac:graphicFrameMk id="6" creationId="{2C4D8FB1-2E92-F825-707C-CB668C878170}"/>
          </ac:graphicFrameMkLst>
        </pc:graphicFrameChg>
        <pc:graphicFrameChg chg="add del mod">
          <ac:chgData name="Sreerag A" userId="ca3fabf9d48a417a" providerId="LiveId" clId="{3FEAFFBA-31AE-407D-8579-C0BEB79A7AAB}" dt="2023-06-04T11:50:38.736" v="258"/>
          <ac:graphicFrameMkLst>
            <pc:docMk/>
            <pc:sldMk cId="3352614391" sldId="261"/>
            <ac:graphicFrameMk id="7" creationId="{EC56F93A-FF9E-FE80-E89F-B7B79F61F7D9}"/>
          </ac:graphicFrameMkLst>
        </pc:graphicFrameChg>
        <pc:picChg chg="add mod">
          <ac:chgData name="Sreerag A" userId="ca3fabf9d48a417a" providerId="LiveId" clId="{3FEAFFBA-31AE-407D-8579-C0BEB79A7AAB}" dt="2023-06-04T17:18:51.072" v="600" actId="1076"/>
          <ac:picMkLst>
            <pc:docMk/>
            <pc:sldMk cId="3352614391" sldId="261"/>
            <ac:picMk id="5" creationId="{64DB85AE-C82C-3DE8-CBC8-E1E13197D904}"/>
          </ac:picMkLst>
        </pc:picChg>
      </pc:sldChg>
      <pc:sldChg chg="addSp delSp modSp new mod modTransition modAnim">
        <pc:chgData name="Sreerag A" userId="ca3fabf9d48a417a" providerId="LiveId" clId="{3FEAFFBA-31AE-407D-8579-C0BEB79A7AAB}" dt="2023-06-07T10:50:57.879" v="4161" actId="14100"/>
        <pc:sldMkLst>
          <pc:docMk/>
          <pc:sldMk cId="1271607897" sldId="262"/>
        </pc:sldMkLst>
        <pc:spChg chg="mod">
          <ac:chgData name="Sreerag A" userId="ca3fabf9d48a417a" providerId="LiveId" clId="{3FEAFFBA-31AE-407D-8579-C0BEB79A7AAB}" dt="2023-06-04T17:07:11.047" v="522"/>
          <ac:spMkLst>
            <pc:docMk/>
            <pc:sldMk cId="1271607897" sldId="262"/>
            <ac:spMk id="2" creationId="{FFD4CB23-91F0-37A8-8931-886D08B21754}"/>
          </ac:spMkLst>
        </pc:spChg>
        <pc:spChg chg="del mod">
          <ac:chgData name="Sreerag A" userId="ca3fabf9d48a417a" providerId="LiveId" clId="{3FEAFFBA-31AE-407D-8579-C0BEB79A7AAB}" dt="2023-06-04T11:34:39.376" v="146" actId="931"/>
          <ac:spMkLst>
            <pc:docMk/>
            <pc:sldMk cId="1271607897" sldId="262"/>
            <ac:spMk id="3" creationId="{3BE5B631-0CDD-52FC-28D8-5FA7F50349DD}"/>
          </ac:spMkLst>
        </pc:spChg>
        <pc:spChg chg="add del mod">
          <ac:chgData name="Sreerag A" userId="ca3fabf9d48a417a" providerId="LiveId" clId="{3FEAFFBA-31AE-407D-8579-C0BEB79A7AAB}" dt="2023-06-05T14:46:59.526" v="1424"/>
          <ac:spMkLst>
            <pc:docMk/>
            <pc:sldMk cId="1271607897" sldId="262"/>
            <ac:spMk id="3" creationId="{AF8E904C-46E4-6C71-4889-E2CA61FDA66A}"/>
          </ac:spMkLst>
        </pc:spChg>
        <pc:spChg chg="add mod">
          <ac:chgData name="Sreerag A" userId="ca3fabf9d48a417a" providerId="LiveId" clId="{3FEAFFBA-31AE-407D-8579-C0BEB79A7AAB}" dt="2023-06-07T06:32:00.267" v="4143" actId="20577"/>
          <ac:spMkLst>
            <pc:docMk/>
            <pc:sldMk cId="1271607897" sldId="262"/>
            <ac:spMk id="4" creationId="{8C217771-BD17-AC4B-5242-D270AB6F45E0}"/>
          </ac:spMkLst>
        </pc:spChg>
        <pc:spChg chg="add del mod">
          <ac:chgData name="Sreerag A" userId="ca3fabf9d48a417a" providerId="LiveId" clId="{3FEAFFBA-31AE-407D-8579-C0BEB79A7AAB}" dt="2023-06-04T11:43:42.225" v="152" actId="931"/>
          <ac:spMkLst>
            <pc:docMk/>
            <pc:sldMk cId="1271607897" sldId="262"/>
            <ac:spMk id="7" creationId="{7CA83ADC-EB65-560E-74D8-E7DD5DEF187E}"/>
          </ac:spMkLst>
        </pc:spChg>
        <pc:picChg chg="add del mod">
          <ac:chgData name="Sreerag A" userId="ca3fabf9d48a417a" providerId="LiveId" clId="{3FEAFFBA-31AE-407D-8579-C0BEB79A7AAB}" dt="2023-06-04T11:38:33.189" v="148" actId="478"/>
          <ac:picMkLst>
            <pc:docMk/>
            <pc:sldMk cId="1271607897" sldId="262"/>
            <ac:picMk id="5" creationId="{B0A09648-EF74-6FBA-40DE-55C8483322AC}"/>
          </ac:picMkLst>
        </pc:picChg>
        <pc:picChg chg="add mod">
          <ac:chgData name="Sreerag A" userId="ca3fabf9d48a417a" providerId="LiveId" clId="{3FEAFFBA-31AE-407D-8579-C0BEB79A7AAB}" dt="2023-06-07T10:50:57.879" v="4161" actId="14100"/>
          <ac:picMkLst>
            <pc:docMk/>
            <pc:sldMk cId="1271607897" sldId="262"/>
            <ac:picMk id="9" creationId="{AA582152-EF6F-3412-9387-B21AA5D012EA}"/>
          </ac:picMkLst>
        </pc:picChg>
      </pc:sldChg>
      <pc:sldChg chg="addSp delSp modSp new mod modTransition modAnim">
        <pc:chgData name="Sreerag A" userId="ca3fabf9d48a417a" providerId="LiveId" clId="{3FEAFFBA-31AE-407D-8579-C0BEB79A7AAB}" dt="2023-06-07T05:51:35.035" v="4070"/>
        <pc:sldMkLst>
          <pc:docMk/>
          <pc:sldMk cId="667507259" sldId="263"/>
        </pc:sldMkLst>
        <pc:spChg chg="mod">
          <ac:chgData name="Sreerag A" userId="ca3fabf9d48a417a" providerId="LiveId" clId="{3FEAFFBA-31AE-407D-8579-C0BEB79A7AAB}" dt="2023-06-04T17:07:11.047" v="522"/>
          <ac:spMkLst>
            <pc:docMk/>
            <pc:sldMk cId="667507259" sldId="263"/>
            <ac:spMk id="2" creationId="{3A0A4453-D7C1-9C6B-87C3-7D4600904FA5}"/>
          </ac:spMkLst>
        </pc:spChg>
        <pc:spChg chg="del mod">
          <ac:chgData name="Sreerag A" userId="ca3fabf9d48a417a" providerId="LiveId" clId="{3FEAFFBA-31AE-407D-8579-C0BEB79A7AAB}" dt="2023-06-04T11:58:55.872" v="378" actId="931"/>
          <ac:spMkLst>
            <pc:docMk/>
            <pc:sldMk cId="667507259" sldId="263"/>
            <ac:spMk id="3" creationId="{70F37621-151E-DBEB-9DFE-7D87ED36B227}"/>
          </ac:spMkLst>
        </pc:spChg>
        <pc:spChg chg="add mod">
          <ac:chgData name="Sreerag A" userId="ca3fabf9d48a417a" providerId="LiveId" clId="{3FEAFFBA-31AE-407D-8579-C0BEB79A7AAB}" dt="2023-06-06T17:12:15.378" v="3578" actId="14100"/>
          <ac:spMkLst>
            <pc:docMk/>
            <pc:sldMk cId="667507259" sldId="263"/>
            <ac:spMk id="3" creationId="{72A4A579-CD67-DA04-B565-10BDF5A6D81A}"/>
          </ac:spMkLst>
        </pc:spChg>
        <pc:spChg chg="add del mod">
          <ac:chgData name="Sreerag A" userId="ca3fabf9d48a417a" providerId="LiveId" clId="{3FEAFFBA-31AE-407D-8579-C0BEB79A7AAB}" dt="2023-06-06T14:47:29.267" v="2653" actId="478"/>
          <ac:spMkLst>
            <pc:docMk/>
            <pc:sldMk cId="667507259" sldId="263"/>
            <ac:spMk id="7" creationId="{CE384A28-DBFA-19BD-DFD1-248846CBA476}"/>
          </ac:spMkLst>
        </pc:spChg>
        <pc:picChg chg="add del mod">
          <ac:chgData name="Sreerag A" userId="ca3fabf9d48a417a" providerId="LiveId" clId="{3FEAFFBA-31AE-407D-8579-C0BEB79A7AAB}" dt="2023-06-06T14:46:28.534" v="2650" actId="478"/>
          <ac:picMkLst>
            <pc:docMk/>
            <pc:sldMk cId="667507259" sldId="263"/>
            <ac:picMk id="5" creationId="{5A287EA5-AE34-E5BD-134E-E9E1429D9EA3}"/>
          </ac:picMkLst>
        </pc:picChg>
        <pc:picChg chg="add del mod">
          <ac:chgData name="Sreerag A" userId="ca3fabf9d48a417a" providerId="LiveId" clId="{3FEAFFBA-31AE-407D-8579-C0BEB79A7AAB}" dt="2023-06-04T12:01:39.275" v="383" actId="478"/>
          <ac:picMkLst>
            <pc:docMk/>
            <pc:sldMk cId="667507259" sldId="263"/>
            <ac:picMk id="7" creationId="{3EF68E08-8A78-9F0F-25D2-DBEF96FC9FF9}"/>
          </ac:picMkLst>
        </pc:picChg>
      </pc:sldChg>
      <pc:sldChg chg="addSp delSp modSp new mod modTransition modAnim">
        <pc:chgData name="Sreerag A" userId="ca3fabf9d48a417a" providerId="LiveId" clId="{3FEAFFBA-31AE-407D-8579-C0BEB79A7AAB}" dt="2023-06-07T05:51:35.035" v="4070"/>
        <pc:sldMkLst>
          <pc:docMk/>
          <pc:sldMk cId="1031137222" sldId="264"/>
        </pc:sldMkLst>
        <pc:spChg chg="mod">
          <ac:chgData name="Sreerag A" userId="ca3fabf9d48a417a" providerId="LiveId" clId="{3FEAFFBA-31AE-407D-8579-C0BEB79A7AAB}" dt="2023-06-04T17:07:11.047" v="522"/>
          <ac:spMkLst>
            <pc:docMk/>
            <pc:sldMk cId="1031137222" sldId="264"/>
            <ac:spMk id="2" creationId="{B3A207DD-A40F-6C2D-DE6E-54B893F73A40}"/>
          </ac:spMkLst>
        </pc:spChg>
        <pc:spChg chg="add mod">
          <ac:chgData name="Sreerag A" userId="ca3fabf9d48a417a" providerId="LiveId" clId="{3FEAFFBA-31AE-407D-8579-C0BEB79A7AAB}" dt="2023-06-06T17:09:49.793" v="3552" actId="121"/>
          <ac:spMkLst>
            <pc:docMk/>
            <pc:sldMk cId="1031137222" sldId="264"/>
            <ac:spMk id="3" creationId="{18C5DCC4-7289-CBAE-7431-63E0727024ED}"/>
          </ac:spMkLst>
        </pc:spChg>
        <pc:spChg chg="del mod">
          <ac:chgData name="Sreerag A" userId="ca3fabf9d48a417a" providerId="LiveId" clId="{3FEAFFBA-31AE-407D-8579-C0BEB79A7AAB}" dt="2023-06-04T11:45:49.755" v="155" actId="931"/>
          <ac:spMkLst>
            <pc:docMk/>
            <pc:sldMk cId="1031137222" sldId="264"/>
            <ac:spMk id="3" creationId="{4CE5F4F3-C91E-8FB7-D533-D6D82E9DF60C}"/>
          </ac:spMkLst>
        </pc:spChg>
        <pc:picChg chg="add mod">
          <ac:chgData name="Sreerag A" userId="ca3fabf9d48a417a" providerId="LiveId" clId="{3FEAFFBA-31AE-407D-8579-C0BEB79A7AAB}" dt="2023-06-06T14:14:51.656" v="2503" actId="14100"/>
          <ac:picMkLst>
            <pc:docMk/>
            <pc:sldMk cId="1031137222" sldId="264"/>
            <ac:picMk id="5" creationId="{2F1D28EF-455B-71A8-451B-E93D5C997F20}"/>
          </ac:picMkLst>
        </pc:picChg>
      </pc:sldChg>
      <pc:sldChg chg="modSp new mod modTransition modAnim">
        <pc:chgData name="Sreerag A" userId="ca3fabf9d48a417a" providerId="LiveId" clId="{3FEAFFBA-31AE-407D-8579-C0BEB79A7AAB}" dt="2023-06-07T05:51:35.035" v="4070"/>
        <pc:sldMkLst>
          <pc:docMk/>
          <pc:sldMk cId="1677886566" sldId="265"/>
        </pc:sldMkLst>
        <pc:spChg chg="mod">
          <ac:chgData name="Sreerag A" userId="ca3fabf9d48a417a" providerId="LiveId" clId="{3FEAFFBA-31AE-407D-8579-C0BEB79A7AAB}" dt="2023-06-04T17:07:11.047" v="522"/>
          <ac:spMkLst>
            <pc:docMk/>
            <pc:sldMk cId="1677886566" sldId="265"/>
            <ac:spMk id="2" creationId="{08456FCB-C00D-659F-3A57-3A4C39F2112C}"/>
          </ac:spMkLst>
        </pc:spChg>
        <pc:spChg chg="mod">
          <ac:chgData name="Sreerag A" userId="ca3fabf9d48a417a" providerId="LiveId" clId="{3FEAFFBA-31AE-407D-8579-C0BEB79A7AAB}" dt="2023-06-07T05:35:46.470" v="3947" actId="1076"/>
          <ac:spMkLst>
            <pc:docMk/>
            <pc:sldMk cId="1677886566" sldId="265"/>
            <ac:spMk id="3" creationId="{5D9D1A15-6816-A87B-1795-7BD011CF45C0}"/>
          </ac:spMkLst>
        </pc:spChg>
      </pc:sldChg>
      <pc:sldChg chg="addSp delSp modSp new mod modTransition">
        <pc:chgData name="Sreerag A" userId="ca3fabf9d48a417a" providerId="LiveId" clId="{3FEAFFBA-31AE-407D-8579-C0BEB79A7AAB}" dt="2023-06-07T05:29:17.078" v="3942"/>
        <pc:sldMkLst>
          <pc:docMk/>
          <pc:sldMk cId="852204000" sldId="266"/>
        </pc:sldMkLst>
        <pc:spChg chg="add del mod">
          <ac:chgData name="Sreerag A" userId="ca3fabf9d48a417a" providerId="LiveId" clId="{3FEAFFBA-31AE-407D-8579-C0BEB79A7AAB}" dt="2023-06-04T12:02:51.840" v="407" actId="12084"/>
          <ac:spMkLst>
            <pc:docMk/>
            <pc:sldMk cId="852204000" sldId="266"/>
            <ac:spMk id="2" creationId="{2BB32933-913B-29EC-A8E5-51BC41317177}"/>
          </ac:spMkLst>
        </pc:spChg>
        <pc:graphicFrameChg chg="add mod">
          <ac:chgData name="Sreerag A" userId="ca3fabf9d48a417a" providerId="LiveId" clId="{3FEAFFBA-31AE-407D-8579-C0BEB79A7AAB}" dt="2023-06-06T14:42:53.653" v="2647" actId="14100"/>
          <ac:graphicFrameMkLst>
            <pc:docMk/>
            <pc:sldMk cId="852204000" sldId="266"/>
            <ac:graphicFrameMk id="3" creationId="{13CE16FC-9018-1E7A-74D9-CBD72D069124}"/>
          </ac:graphicFrameMkLst>
        </pc:graphicFrameChg>
      </pc:sldChg>
      <pc:sldChg chg="addSp delSp modSp add mod modTransition modAnim">
        <pc:chgData name="Sreerag A" userId="ca3fabf9d48a417a" providerId="LiveId" clId="{3FEAFFBA-31AE-407D-8579-C0BEB79A7AAB}" dt="2023-06-07T05:51:35.035" v="4070"/>
        <pc:sldMkLst>
          <pc:docMk/>
          <pc:sldMk cId="2964439042" sldId="267"/>
        </pc:sldMkLst>
        <pc:spChg chg="mod">
          <ac:chgData name="Sreerag A" userId="ca3fabf9d48a417a" providerId="LiveId" clId="{3FEAFFBA-31AE-407D-8579-C0BEB79A7AAB}" dt="2023-06-04T17:28:50.737" v="770" actId="20577"/>
          <ac:spMkLst>
            <pc:docMk/>
            <pc:sldMk cId="2964439042" sldId="267"/>
            <ac:spMk id="2" creationId="{FFD4CB23-91F0-37A8-8931-886D08B21754}"/>
          </ac:spMkLst>
        </pc:spChg>
        <pc:spChg chg="add mod">
          <ac:chgData name="Sreerag A" userId="ca3fabf9d48a417a" providerId="LiveId" clId="{3FEAFFBA-31AE-407D-8579-C0BEB79A7AAB}" dt="2023-06-06T16:49:43.289" v="3364" actId="20577"/>
          <ac:spMkLst>
            <pc:docMk/>
            <pc:sldMk cId="2964439042" sldId="267"/>
            <ac:spMk id="3" creationId="{E2A54036-8607-7C19-1623-D2C6B9F33034}"/>
          </ac:spMkLst>
        </pc:spChg>
        <pc:spChg chg="add del mod">
          <ac:chgData name="Sreerag A" userId="ca3fabf9d48a417a" providerId="LiveId" clId="{3FEAFFBA-31AE-407D-8579-C0BEB79A7AAB}" dt="2023-06-04T17:29:12.062" v="773" actId="931"/>
          <ac:spMkLst>
            <pc:docMk/>
            <pc:sldMk cId="2964439042" sldId="267"/>
            <ac:spMk id="4" creationId="{C1054AAB-D99B-EEC7-47AF-F13BF4402205}"/>
          </ac:spMkLst>
        </pc:spChg>
        <pc:spChg chg="add del mod">
          <ac:chgData name="Sreerag A" userId="ca3fabf9d48a417a" providerId="LiveId" clId="{3FEAFFBA-31AE-407D-8579-C0BEB79A7AAB}" dt="2023-06-06T14:24:27.862" v="2636" actId="478"/>
          <ac:spMkLst>
            <pc:docMk/>
            <pc:sldMk cId="2964439042" sldId="267"/>
            <ac:spMk id="6" creationId="{39EE3D55-B61B-69D1-7181-35B79E67683F}"/>
          </ac:spMkLst>
        </pc:spChg>
        <pc:spChg chg="add del mod">
          <ac:chgData name="Sreerag A" userId="ca3fabf9d48a417a" providerId="LiveId" clId="{3FEAFFBA-31AE-407D-8579-C0BEB79A7AAB}" dt="2023-06-04T17:29:38.595" v="777" actId="931"/>
          <ac:spMkLst>
            <pc:docMk/>
            <pc:sldMk cId="2964439042" sldId="267"/>
            <ac:spMk id="8" creationId="{858EB235-7339-BC9E-2101-A4E2E5351FC0}"/>
          </ac:spMkLst>
        </pc:spChg>
        <pc:picChg chg="add del mod">
          <ac:chgData name="Sreerag A" userId="ca3fabf9d48a417a" providerId="LiveId" clId="{3FEAFFBA-31AE-407D-8579-C0BEB79A7AAB}" dt="2023-06-06T14:49:02.203" v="2660" actId="478"/>
          <ac:picMkLst>
            <pc:docMk/>
            <pc:sldMk cId="2964439042" sldId="267"/>
            <ac:picMk id="5" creationId="{D664DCCD-C889-2A37-69DD-639859227DB1}"/>
          </ac:picMkLst>
        </pc:picChg>
        <pc:picChg chg="add del mod">
          <ac:chgData name="Sreerag A" userId="ca3fabf9d48a417a" providerId="LiveId" clId="{3FEAFFBA-31AE-407D-8579-C0BEB79A7AAB}" dt="2023-06-04T17:29:15.700" v="775" actId="478"/>
          <ac:picMkLst>
            <pc:docMk/>
            <pc:sldMk cId="2964439042" sldId="267"/>
            <ac:picMk id="6" creationId="{BD5B53CD-9294-56AC-4E8B-0C85A83762CC}"/>
          </ac:picMkLst>
        </pc:picChg>
        <pc:picChg chg="del">
          <ac:chgData name="Sreerag A" userId="ca3fabf9d48a417a" providerId="LiveId" clId="{3FEAFFBA-31AE-407D-8579-C0BEB79A7AAB}" dt="2023-06-04T17:28:54.592" v="771" actId="478"/>
          <ac:picMkLst>
            <pc:docMk/>
            <pc:sldMk cId="2964439042" sldId="267"/>
            <ac:picMk id="9" creationId="{AA582152-EF6F-3412-9387-B21AA5D012EA}"/>
          </ac:picMkLst>
        </pc:picChg>
        <pc:picChg chg="add del mod">
          <ac:chgData name="Sreerag A" userId="ca3fabf9d48a417a" providerId="LiveId" clId="{3FEAFFBA-31AE-407D-8579-C0BEB79A7AAB}" dt="2023-06-06T14:25:43.330" v="2637" actId="14826"/>
          <ac:picMkLst>
            <pc:docMk/>
            <pc:sldMk cId="2964439042" sldId="267"/>
            <ac:picMk id="11" creationId="{87F7ADC2-199C-9098-7B3B-45288871496E}"/>
          </ac:picMkLst>
        </pc:picChg>
      </pc:sldChg>
      <pc:sldChg chg="addSp delSp modSp add mod ord modTransition modAnim">
        <pc:chgData name="Sreerag A" userId="ca3fabf9d48a417a" providerId="LiveId" clId="{3FEAFFBA-31AE-407D-8579-C0BEB79A7AAB}" dt="2023-06-07T10:51:16.007" v="4163" actId="14100"/>
        <pc:sldMkLst>
          <pc:docMk/>
          <pc:sldMk cId="1436634583" sldId="268"/>
        </pc:sldMkLst>
        <pc:spChg chg="mod">
          <ac:chgData name="Sreerag A" userId="ca3fabf9d48a417a" providerId="LiveId" clId="{3FEAFFBA-31AE-407D-8579-C0BEB79A7AAB}" dt="2023-06-04T17:30:44.180" v="797" actId="20577"/>
          <ac:spMkLst>
            <pc:docMk/>
            <pc:sldMk cId="1436634583" sldId="268"/>
            <ac:spMk id="2" creationId="{B8596ABB-74EB-3A84-85B3-F0ACF6BF831F}"/>
          </ac:spMkLst>
        </pc:spChg>
        <pc:spChg chg="add del mod">
          <ac:chgData name="Sreerag A" userId="ca3fabf9d48a417a" providerId="LiveId" clId="{3FEAFFBA-31AE-407D-8579-C0BEB79A7AAB}" dt="2023-06-04T17:31:00.224" v="848" actId="478"/>
          <ac:spMkLst>
            <pc:docMk/>
            <pc:sldMk cId="1436634583" sldId="268"/>
            <ac:spMk id="3" creationId="{56309BDE-32DE-6EA8-557C-7D256CA5E7DD}"/>
          </ac:spMkLst>
        </pc:spChg>
        <pc:spChg chg="add del mod">
          <ac:chgData name="Sreerag A" userId="ca3fabf9d48a417a" providerId="LiveId" clId="{3FEAFFBA-31AE-407D-8579-C0BEB79A7AAB}" dt="2023-06-07T10:50:08.816" v="4157" actId="404"/>
          <ac:spMkLst>
            <pc:docMk/>
            <pc:sldMk cId="1436634583" sldId="268"/>
            <ac:spMk id="5" creationId="{4FBF1126-6056-A906-91E4-E7F058EC317C}"/>
          </ac:spMkLst>
        </pc:spChg>
        <pc:spChg chg="add del mod">
          <ac:chgData name="Sreerag A" userId="ca3fabf9d48a417a" providerId="LiveId" clId="{3FEAFFBA-31AE-407D-8579-C0BEB79A7AAB}" dt="2023-06-04T17:31:35.124" v="850" actId="478"/>
          <ac:spMkLst>
            <pc:docMk/>
            <pc:sldMk cId="1436634583" sldId="268"/>
            <ac:spMk id="7" creationId="{6D0E17D9-96C9-7A21-6CC2-5E6F953CF6B4}"/>
          </ac:spMkLst>
        </pc:spChg>
        <pc:graphicFrameChg chg="del">
          <ac:chgData name="Sreerag A" userId="ca3fabf9d48a417a" providerId="LiveId" clId="{3FEAFFBA-31AE-407D-8579-C0BEB79A7AAB}" dt="2023-06-04T17:31:42.507" v="851" actId="478"/>
          <ac:graphicFrameMkLst>
            <pc:docMk/>
            <pc:sldMk cId="1436634583" sldId="268"/>
            <ac:graphicFrameMk id="6" creationId="{2C4D8FB1-2E92-F825-707C-CB668C878170}"/>
          </ac:graphicFrameMkLst>
        </pc:graphicFrameChg>
        <pc:picChg chg="add del mod">
          <ac:chgData name="Sreerag A" userId="ca3fabf9d48a417a" providerId="LiveId" clId="{3FEAFFBA-31AE-407D-8579-C0BEB79A7AAB}" dt="2023-06-06T07:50:30.740" v="2439" actId="478"/>
          <ac:picMkLst>
            <pc:docMk/>
            <pc:sldMk cId="1436634583" sldId="268"/>
            <ac:picMk id="4" creationId="{6E1F635D-21E9-DD27-6704-FF94BEB188AB}"/>
          </ac:picMkLst>
        </pc:picChg>
        <pc:picChg chg="del">
          <ac:chgData name="Sreerag A" userId="ca3fabf9d48a417a" providerId="LiveId" clId="{3FEAFFBA-31AE-407D-8579-C0BEB79A7AAB}" dt="2023-06-04T17:31:02.051" v="849" actId="478"/>
          <ac:picMkLst>
            <pc:docMk/>
            <pc:sldMk cId="1436634583" sldId="268"/>
            <ac:picMk id="5" creationId="{64DB85AE-C82C-3DE8-CBC8-E1E13197D904}"/>
          </ac:picMkLst>
        </pc:picChg>
        <pc:picChg chg="add del mod">
          <ac:chgData name="Sreerag A" userId="ca3fabf9d48a417a" providerId="LiveId" clId="{3FEAFFBA-31AE-407D-8579-C0BEB79A7AAB}" dt="2023-06-06T07:50:46.195" v="2442" actId="478"/>
          <ac:picMkLst>
            <pc:docMk/>
            <pc:sldMk cId="1436634583" sldId="268"/>
            <ac:picMk id="6" creationId="{61587397-1E2F-77F9-1A2F-F24ACF9B6C73}"/>
          </ac:picMkLst>
        </pc:picChg>
        <pc:picChg chg="add mod">
          <ac:chgData name="Sreerag A" userId="ca3fabf9d48a417a" providerId="LiveId" clId="{3FEAFFBA-31AE-407D-8579-C0BEB79A7AAB}" dt="2023-06-07T10:51:16.007" v="4163" actId="14100"/>
          <ac:picMkLst>
            <pc:docMk/>
            <pc:sldMk cId="1436634583" sldId="268"/>
            <ac:picMk id="6" creationId="{D63BEE48-5B0D-FD92-D255-120C03A4194E}"/>
          </ac:picMkLst>
        </pc:picChg>
        <pc:picChg chg="add del mod">
          <ac:chgData name="Sreerag A" userId="ca3fabf9d48a417a" providerId="LiveId" clId="{3FEAFFBA-31AE-407D-8579-C0BEB79A7AAB}" dt="2023-06-06T14:51:16.263" v="2665" actId="478"/>
          <ac:picMkLst>
            <pc:docMk/>
            <pc:sldMk cId="1436634583" sldId="268"/>
            <ac:picMk id="8" creationId="{0336B20E-FB4A-0847-E3EE-8FF3DABA6BC6}"/>
          </ac:picMkLst>
        </pc:picChg>
      </pc:sldChg>
      <pc:sldChg chg="add del">
        <pc:chgData name="Sreerag A" userId="ca3fabf9d48a417a" providerId="LiveId" clId="{3FEAFFBA-31AE-407D-8579-C0BEB79A7AAB}" dt="2023-06-05T13:44:11.646" v="863" actId="2696"/>
        <pc:sldMkLst>
          <pc:docMk/>
          <pc:sldMk cId="310829385" sldId="269"/>
        </pc:sldMkLst>
      </pc:sldChg>
      <pc:sldChg chg="modSp add mod modAnim">
        <pc:chgData name="Sreerag A" userId="ca3fabf9d48a417a" providerId="LiveId" clId="{3FEAFFBA-31AE-407D-8579-C0BEB79A7AAB}" dt="2023-06-07T13:50:01.117" v="4604" actId="20577"/>
        <pc:sldMkLst>
          <pc:docMk/>
          <pc:sldMk cId="1920603367" sldId="269"/>
        </pc:sldMkLst>
        <pc:spChg chg="mod">
          <ac:chgData name="Sreerag A" userId="ca3fabf9d48a417a" providerId="LiveId" clId="{3FEAFFBA-31AE-407D-8579-C0BEB79A7AAB}" dt="2023-06-07T13:46:49.547" v="4210" actId="20577"/>
          <ac:spMkLst>
            <pc:docMk/>
            <pc:sldMk cId="1920603367" sldId="269"/>
            <ac:spMk id="2" creationId="{08456FCB-C00D-659F-3A57-3A4C39F2112C}"/>
          </ac:spMkLst>
        </pc:spChg>
        <pc:spChg chg="mod">
          <ac:chgData name="Sreerag A" userId="ca3fabf9d48a417a" providerId="LiveId" clId="{3FEAFFBA-31AE-407D-8579-C0BEB79A7AAB}" dt="2023-06-07T13:50:01.117" v="4604" actId="20577"/>
          <ac:spMkLst>
            <pc:docMk/>
            <pc:sldMk cId="1920603367" sldId="269"/>
            <ac:spMk id="3" creationId="{5D9D1A15-6816-A87B-1795-7BD011CF45C0}"/>
          </ac:spMkLst>
        </pc:spChg>
      </pc:sldChg>
      <pc:sldMasterChg chg="addSp modSp mod modTransition setBg modSldLayout">
        <pc:chgData name="Sreerag A" userId="ca3fabf9d48a417a" providerId="LiveId" clId="{3FEAFFBA-31AE-407D-8579-C0BEB79A7AAB}" dt="2023-06-07T10:31:56.227" v="4145"/>
        <pc:sldMasterMkLst>
          <pc:docMk/>
          <pc:sldMasterMk cId="2260045619" sldId="2147483648"/>
        </pc:sldMasterMkLst>
        <pc:spChg chg="mod">
          <ac:chgData name="Sreerag A" userId="ca3fabf9d48a417a" providerId="LiveId" clId="{3FEAFFBA-31AE-407D-8579-C0BEB79A7AAB}" dt="2023-06-04T17:07:11.047" v="522"/>
          <ac:spMkLst>
            <pc:docMk/>
            <pc:sldMasterMk cId="2260045619" sldId="2147483648"/>
            <ac:spMk id="2" creationId="{B5E22035-912F-A71E-053B-A7CE8A19F997}"/>
          </ac:spMkLst>
        </pc:spChg>
        <pc:spChg chg="mod">
          <ac:chgData name="Sreerag A" userId="ca3fabf9d48a417a" providerId="LiveId" clId="{3FEAFFBA-31AE-407D-8579-C0BEB79A7AAB}" dt="2023-06-04T17:07:11.047" v="522"/>
          <ac:spMkLst>
            <pc:docMk/>
            <pc:sldMasterMk cId="2260045619" sldId="2147483648"/>
            <ac:spMk id="3" creationId="{A3D69F45-E06E-9152-7F88-CE87A48A69B2}"/>
          </ac:spMkLst>
        </pc:spChg>
        <pc:spChg chg="mod">
          <ac:chgData name="Sreerag A" userId="ca3fabf9d48a417a" providerId="LiveId" clId="{3FEAFFBA-31AE-407D-8579-C0BEB79A7AAB}" dt="2023-06-04T17:07:11.047" v="522"/>
          <ac:spMkLst>
            <pc:docMk/>
            <pc:sldMasterMk cId="2260045619" sldId="2147483648"/>
            <ac:spMk id="4" creationId="{D32A2833-4BF0-A424-D576-1889E706BEF7}"/>
          </ac:spMkLst>
        </pc:spChg>
        <pc:spChg chg="mod">
          <ac:chgData name="Sreerag A" userId="ca3fabf9d48a417a" providerId="LiveId" clId="{3FEAFFBA-31AE-407D-8579-C0BEB79A7AAB}" dt="2023-06-04T17:07:11.047" v="522"/>
          <ac:spMkLst>
            <pc:docMk/>
            <pc:sldMasterMk cId="2260045619" sldId="2147483648"/>
            <ac:spMk id="5" creationId="{F1866C6D-999E-42CC-F5C5-6052FC42631E}"/>
          </ac:spMkLst>
        </pc:spChg>
        <pc:spChg chg="mod">
          <ac:chgData name="Sreerag A" userId="ca3fabf9d48a417a" providerId="LiveId" clId="{3FEAFFBA-31AE-407D-8579-C0BEB79A7AAB}" dt="2023-06-04T17:07:11.047" v="522"/>
          <ac:spMkLst>
            <pc:docMk/>
            <pc:sldMasterMk cId="2260045619" sldId="2147483648"/>
            <ac:spMk id="6" creationId="{C353D91C-D90E-4CD0-A6CC-37B0959A43F4}"/>
          </ac:spMkLst>
        </pc:spChg>
        <pc:spChg chg="add mod ord">
          <ac:chgData name="Sreerag A" userId="ca3fabf9d48a417a" providerId="LiveId" clId="{3FEAFFBA-31AE-407D-8579-C0BEB79A7AAB}" dt="2023-06-04T17:12:48.621" v="525" actId="207"/>
          <ac:spMkLst>
            <pc:docMk/>
            <pc:sldMasterMk cId="2260045619" sldId="2147483648"/>
            <ac:spMk id="7" creationId="{A2C98C5D-7035-D008-8804-480A346B4020}"/>
          </ac:spMkLst>
        </pc:spChg>
        <pc:sldLayoutChg chg="modSp modTransition setBg">
          <pc:chgData name="Sreerag A" userId="ca3fabf9d48a417a" providerId="LiveId" clId="{3FEAFFBA-31AE-407D-8579-C0BEB79A7AAB}" dt="2023-06-07T10:31:56.227" v="4145"/>
          <pc:sldLayoutMkLst>
            <pc:docMk/>
            <pc:sldMasterMk cId="2260045619" sldId="2147483648"/>
            <pc:sldLayoutMk cId="2849816171" sldId="2147483649"/>
          </pc:sldLayoutMkLst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2849816171" sldId="2147483649"/>
              <ac:spMk id="2" creationId="{CC6CEAE8-FFBB-2D4A-12CF-39D308E69279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2849816171" sldId="2147483649"/>
              <ac:spMk id="3" creationId="{B4B554F4-C1FF-D54B-E732-010122025D9F}"/>
            </ac:spMkLst>
          </pc:spChg>
        </pc:sldLayoutChg>
        <pc:sldLayoutChg chg="modTransition modAnim">
          <pc:chgData name="Sreerag A" userId="ca3fabf9d48a417a" providerId="LiveId" clId="{3FEAFFBA-31AE-407D-8579-C0BEB79A7AAB}" dt="2023-06-07T05:51:35.035" v="4070"/>
          <pc:sldLayoutMkLst>
            <pc:docMk/>
            <pc:sldMasterMk cId="2260045619" sldId="2147483648"/>
            <pc:sldLayoutMk cId="2989288536" sldId="2147483650"/>
          </pc:sldLayoutMkLst>
        </pc:sldLayoutChg>
        <pc:sldLayoutChg chg="modSp 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3715537290" sldId="2147483651"/>
          </pc:sldLayoutMkLst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3715537290" sldId="2147483651"/>
              <ac:spMk id="2" creationId="{68EA574F-1F5A-0E9A-F1D0-1EA9B6EC2448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3715537290" sldId="2147483651"/>
              <ac:spMk id="3" creationId="{ACD4C21E-1970-B75B-648A-BE82F338554E}"/>
            </ac:spMkLst>
          </pc:spChg>
        </pc:sldLayoutChg>
        <pc:sldLayoutChg chg="modSp 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2570051771" sldId="2147483652"/>
          </pc:sldLayoutMkLst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2570051771" sldId="2147483652"/>
              <ac:spMk id="3" creationId="{086AB716-F98B-DFBB-5B20-784E28BE0420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2570051771" sldId="2147483652"/>
              <ac:spMk id="4" creationId="{EE91A664-6BFF-B57F-EEEE-807453757F86}"/>
            </ac:spMkLst>
          </pc:spChg>
        </pc:sldLayoutChg>
        <pc:sldLayoutChg chg="modSp 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1444955200" sldId="2147483653"/>
          </pc:sldLayoutMkLst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1444955200" sldId="2147483653"/>
              <ac:spMk id="2" creationId="{117A98D4-AEC5-D30D-B658-3F93A8EACE2B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1444955200" sldId="2147483653"/>
              <ac:spMk id="3" creationId="{169CD61B-4A95-669D-8968-2A20727EB873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1444955200" sldId="2147483653"/>
              <ac:spMk id="4" creationId="{50A85D9B-DA0C-E992-990A-6F814029CDE8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1444955200" sldId="2147483653"/>
              <ac:spMk id="5" creationId="{3C31DFEE-6356-B977-F8A0-5B505D1BB53C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1444955200" sldId="2147483653"/>
              <ac:spMk id="6" creationId="{3AB0D832-BF3F-D78B-3C8F-BEAE4802B4A7}"/>
            </ac:spMkLst>
          </pc:spChg>
        </pc:sldLayoutChg>
        <pc:sldLayoutChg chg="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3350002316" sldId="2147483654"/>
          </pc:sldLayoutMkLst>
        </pc:sldLayoutChg>
        <pc:sldLayoutChg chg="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3216234587" sldId="2147483655"/>
          </pc:sldLayoutMkLst>
        </pc:sldLayoutChg>
        <pc:sldLayoutChg chg="modSp 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583409849" sldId="2147483656"/>
          </pc:sldLayoutMkLst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583409849" sldId="2147483656"/>
              <ac:spMk id="2" creationId="{5BC37657-3A44-BF5B-0725-A87676B0CC88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583409849" sldId="2147483656"/>
              <ac:spMk id="3" creationId="{A06C25A2-E9DF-F177-0474-F8E65005CDC4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583409849" sldId="2147483656"/>
              <ac:spMk id="4" creationId="{75231A5D-15BE-53F8-6D1C-4025F13E5CF0}"/>
            </ac:spMkLst>
          </pc:spChg>
        </pc:sldLayoutChg>
        <pc:sldLayoutChg chg="modSp 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2859538413" sldId="2147483657"/>
          </pc:sldLayoutMkLst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2859538413" sldId="2147483657"/>
              <ac:spMk id="2" creationId="{C32F5474-42CB-A8E0-26CE-25D66A843AA6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2859538413" sldId="2147483657"/>
              <ac:spMk id="3" creationId="{BEE0A281-F77A-0300-8003-EDBE4A8439E2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2859538413" sldId="2147483657"/>
              <ac:spMk id="4" creationId="{6F798501-C2FA-7A6D-8E9A-FCB932E6CF09}"/>
            </ac:spMkLst>
          </pc:spChg>
        </pc:sldLayoutChg>
        <pc:sldLayoutChg chg="modTransition modAnim">
          <pc:chgData name="Sreerag A" userId="ca3fabf9d48a417a" providerId="LiveId" clId="{3FEAFFBA-31AE-407D-8579-C0BEB79A7AAB}" dt="2023-06-07T05:37:22.268" v="3951"/>
          <pc:sldLayoutMkLst>
            <pc:docMk/>
            <pc:sldMasterMk cId="2260045619" sldId="2147483648"/>
            <pc:sldLayoutMk cId="784141073" sldId="2147483658"/>
          </pc:sldLayoutMkLst>
        </pc:sldLayoutChg>
        <pc:sldLayoutChg chg="modSp modTransition">
          <pc:chgData name="Sreerag A" userId="ca3fabf9d48a417a" providerId="LiveId" clId="{3FEAFFBA-31AE-407D-8579-C0BEB79A7AAB}" dt="2023-06-07T05:29:17.078" v="3942"/>
          <pc:sldLayoutMkLst>
            <pc:docMk/>
            <pc:sldMasterMk cId="2260045619" sldId="2147483648"/>
            <pc:sldLayoutMk cId="3527485434" sldId="2147483659"/>
          </pc:sldLayoutMkLst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3527485434" sldId="2147483659"/>
              <ac:spMk id="2" creationId="{8576DF7C-786C-5D04-A10E-80573B472646}"/>
            </ac:spMkLst>
          </pc:spChg>
          <pc:spChg chg="mod">
            <ac:chgData name="Sreerag A" userId="ca3fabf9d48a417a" providerId="LiveId" clId="{3FEAFFBA-31AE-407D-8579-C0BEB79A7AAB}" dt="2023-06-04T17:07:11.047" v="522"/>
            <ac:spMkLst>
              <pc:docMk/>
              <pc:sldMasterMk cId="2260045619" sldId="2147483648"/>
              <pc:sldLayoutMk cId="3527485434" sldId="2147483659"/>
              <ac:spMk id="3" creationId="{D4E2910F-47D5-BA5E-24D8-ACED807B1431}"/>
            </ac:spMkLst>
          </pc:spChg>
        </pc:sldLayoutChg>
      </pc:sldMasterChg>
      <pc:sldMasterChg chg="addSp modSp modSldLayout">
        <pc:chgData name="Sreerag A" userId="ca3fabf9d48a417a" providerId="LiveId" clId="{3FEAFFBA-31AE-407D-8579-C0BEB79A7AAB}" dt="2023-06-04T17:07:10.273" v="520"/>
        <pc:sldMasterMkLst>
          <pc:docMk/>
          <pc:sldMasterMk cId="2531554783" sldId="2147483660"/>
        </pc:sldMasterMkLst>
        <pc:spChg chg="mod">
          <ac:chgData name="Sreerag A" userId="ca3fabf9d48a417a" providerId="LiveId" clId="{3FEAFFBA-31AE-407D-8579-C0BEB79A7AAB}" dt="2023-06-04T17:07:10.273" v="520"/>
          <ac:spMkLst>
            <pc:docMk/>
            <pc:sldMasterMk cId="2531554783" sldId="2147483660"/>
            <ac:spMk id="2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10.273" v="520"/>
          <ac:spMkLst>
            <pc:docMk/>
            <pc:sldMasterMk cId="2531554783" sldId="2147483660"/>
            <ac:spMk id="3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10.273" v="520"/>
          <ac:spMkLst>
            <pc:docMk/>
            <pc:sldMasterMk cId="2531554783" sldId="2147483660"/>
            <ac:spMk id="4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10.273" v="520"/>
          <ac:spMkLst>
            <pc:docMk/>
            <pc:sldMasterMk cId="2531554783" sldId="2147483660"/>
            <ac:spMk id="5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10.273" v="520"/>
          <ac:spMkLst>
            <pc:docMk/>
            <pc:sldMasterMk cId="2531554783" sldId="2147483660"/>
            <ac:spMk id="6" creationId="{00000000-0000-0000-0000-000000000000}"/>
          </ac:spMkLst>
        </pc:spChg>
        <pc:spChg chg="add mod">
          <ac:chgData name="Sreerag A" userId="ca3fabf9d48a417a" providerId="LiveId" clId="{3FEAFFBA-31AE-407D-8579-C0BEB79A7AAB}" dt="2023-06-04T17:07:10.273" v="520"/>
          <ac:spMkLst>
            <pc:docMk/>
            <pc:sldMasterMk cId="2531554783" sldId="2147483660"/>
            <ac:spMk id="7" creationId="{E6996F8C-BCE6-AA02-EE5A-CAB8E6838624}"/>
          </ac:spMkLst>
        </pc:spChg>
        <pc:sldLayoutChg chg="modSp">
          <pc:chgData name="Sreerag A" userId="ca3fabf9d48a417a" providerId="LiveId" clId="{3FEAFFBA-31AE-407D-8579-C0BEB79A7AAB}" dt="2023-06-04T17:07:10.273" v="520"/>
          <pc:sldLayoutMkLst>
            <pc:docMk/>
            <pc:sldMasterMk cId="2531554783" sldId="2147483660"/>
            <pc:sldLayoutMk cId="1072688332" sldId="2147483661"/>
          </pc:sldLayoutMkLst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1072688332" sldId="2147483661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1072688332" sldId="2147483661"/>
              <ac:spMk id="3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10.273" v="520"/>
          <pc:sldLayoutMkLst>
            <pc:docMk/>
            <pc:sldMasterMk cId="2531554783" sldId="2147483660"/>
            <pc:sldLayoutMk cId="2119640809" sldId="2147483663"/>
          </pc:sldLayoutMkLst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119640809" sldId="2147483663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119640809" sldId="2147483663"/>
              <ac:spMk id="3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10.273" v="520"/>
          <pc:sldLayoutMkLst>
            <pc:docMk/>
            <pc:sldMasterMk cId="2531554783" sldId="2147483660"/>
            <pc:sldLayoutMk cId="3650445540" sldId="2147483664"/>
          </pc:sldLayoutMkLst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3650445540" sldId="2147483664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3650445540" sldId="2147483664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10.273" v="520"/>
          <pc:sldLayoutMkLst>
            <pc:docMk/>
            <pc:sldMasterMk cId="2531554783" sldId="2147483660"/>
            <pc:sldLayoutMk cId="297742221" sldId="2147483665"/>
          </pc:sldLayoutMkLst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97742221" sldId="2147483665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97742221" sldId="2147483665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97742221" sldId="2147483665"/>
              <ac:spMk id="4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97742221" sldId="2147483665"/>
              <ac:spMk id="5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97742221" sldId="2147483665"/>
              <ac:spMk id="6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10.273" v="520"/>
          <pc:sldLayoutMkLst>
            <pc:docMk/>
            <pc:sldMasterMk cId="2531554783" sldId="2147483660"/>
            <pc:sldLayoutMk cId="714737018" sldId="2147483668"/>
          </pc:sldLayoutMkLst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714737018" sldId="2147483668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714737018" sldId="2147483668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714737018" sldId="2147483668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10.273" v="520"/>
          <pc:sldLayoutMkLst>
            <pc:docMk/>
            <pc:sldMasterMk cId="2531554783" sldId="2147483660"/>
            <pc:sldLayoutMk cId="2680321901" sldId="2147483669"/>
          </pc:sldLayoutMkLst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680321901" sldId="2147483669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680321901" sldId="2147483669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2680321901" sldId="2147483669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10.273" v="520"/>
          <pc:sldLayoutMkLst>
            <pc:docMk/>
            <pc:sldMasterMk cId="2531554783" sldId="2147483660"/>
            <pc:sldLayoutMk cId="48832744" sldId="2147483671"/>
          </pc:sldLayoutMkLst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48832744" sldId="2147483671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10.273" v="520"/>
            <ac:spMkLst>
              <pc:docMk/>
              <pc:sldMasterMk cId="2531554783" sldId="2147483660"/>
              <pc:sldLayoutMk cId="48832744" sldId="2147483671"/>
              <ac:spMk id="3" creationId="{00000000-0000-0000-0000-000000000000}"/>
            </ac:spMkLst>
          </pc:spChg>
        </pc:sldLayoutChg>
      </pc:sldMasterChg>
      <pc:sldMasterChg chg="addSp modSp modSldLayout">
        <pc:chgData name="Sreerag A" userId="ca3fabf9d48a417a" providerId="LiveId" clId="{3FEAFFBA-31AE-407D-8579-C0BEB79A7AAB}" dt="2023-06-04T17:07:09.910" v="519"/>
        <pc:sldMasterMkLst>
          <pc:docMk/>
          <pc:sldMasterMk cId="2355971311" sldId="2147483672"/>
        </pc:sldMasterMkLst>
        <pc:spChg chg="mod">
          <ac:chgData name="Sreerag A" userId="ca3fabf9d48a417a" providerId="LiveId" clId="{3FEAFFBA-31AE-407D-8579-C0BEB79A7AAB}" dt="2023-06-04T17:07:09.910" v="519"/>
          <ac:spMkLst>
            <pc:docMk/>
            <pc:sldMasterMk cId="2355971311" sldId="2147483672"/>
            <ac:spMk id="2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910" v="519"/>
          <ac:spMkLst>
            <pc:docMk/>
            <pc:sldMasterMk cId="2355971311" sldId="2147483672"/>
            <ac:spMk id="3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910" v="519"/>
          <ac:spMkLst>
            <pc:docMk/>
            <pc:sldMasterMk cId="2355971311" sldId="2147483672"/>
            <ac:spMk id="4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910" v="519"/>
          <ac:spMkLst>
            <pc:docMk/>
            <pc:sldMasterMk cId="2355971311" sldId="2147483672"/>
            <ac:spMk id="5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910" v="519"/>
          <ac:spMkLst>
            <pc:docMk/>
            <pc:sldMasterMk cId="2355971311" sldId="2147483672"/>
            <ac:spMk id="6" creationId="{00000000-0000-0000-0000-000000000000}"/>
          </ac:spMkLst>
        </pc:spChg>
        <pc:spChg chg="add mod">
          <ac:chgData name="Sreerag A" userId="ca3fabf9d48a417a" providerId="LiveId" clId="{3FEAFFBA-31AE-407D-8579-C0BEB79A7AAB}" dt="2023-06-04T17:07:09.910" v="519"/>
          <ac:spMkLst>
            <pc:docMk/>
            <pc:sldMasterMk cId="2355971311" sldId="2147483672"/>
            <ac:spMk id="7" creationId="{972CCA2C-0CD3-E9B3-D7B7-1E848985A791}"/>
          </ac:spMkLst>
        </pc:spChg>
        <pc:sldLayoutChg chg="modSp">
          <pc:chgData name="Sreerag A" userId="ca3fabf9d48a417a" providerId="LiveId" clId="{3FEAFFBA-31AE-407D-8579-C0BEB79A7AAB}" dt="2023-06-04T17:07:09.910" v="519"/>
          <pc:sldLayoutMkLst>
            <pc:docMk/>
            <pc:sldMasterMk cId="2355971311" sldId="2147483672"/>
            <pc:sldLayoutMk cId="40672274" sldId="2147483673"/>
          </pc:sldLayoutMkLst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40672274" sldId="2147483673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40672274" sldId="2147483673"/>
              <ac:spMk id="3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910" v="519"/>
          <pc:sldLayoutMkLst>
            <pc:docMk/>
            <pc:sldMasterMk cId="2355971311" sldId="2147483672"/>
            <pc:sldLayoutMk cId="775154498" sldId="2147483675"/>
          </pc:sldLayoutMkLst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775154498" sldId="2147483675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775154498" sldId="2147483675"/>
              <ac:spMk id="3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910" v="519"/>
          <pc:sldLayoutMkLst>
            <pc:docMk/>
            <pc:sldMasterMk cId="2355971311" sldId="2147483672"/>
            <pc:sldLayoutMk cId="55813097" sldId="2147483676"/>
          </pc:sldLayoutMkLst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55813097" sldId="2147483676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55813097" sldId="2147483676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910" v="519"/>
          <pc:sldLayoutMkLst>
            <pc:docMk/>
            <pc:sldMasterMk cId="2355971311" sldId="2147483672"/>
            <pc:sldLayoutMk cId="1025629055" sldId="2147483677"/>
          </pc:sldLayoutMkLst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1025629055" sldId="2147483677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1025629055" sldId="2147483677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1025629055" sldId="2147483677"/>
              <ac:spMk id="4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1025629055" sldId="2147483677"/>
              <ac:spMk id="5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1025629055" sldId="2147483677"/>
              <ac:spMk id="6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910" v="519"/>
          <pc:sldLayoutMkLst>
            <pc:docMk/>
            <pc:sldMasterMk cId="2355971311" sldId="2147483672"/>
            <pc:sldLayoutMk cId="4186236889" sldId="2147483680"/>
          </pc:sldLayoutMkLst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4186236889" sldId="2147483680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4186236889" sldId="2147483680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4186236889" sldId="2147483680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910" v="519"/>
          <pc:sldLayoutMkLst>
            <pc:docMk/>
            <pc:sldMasterMk cId="2355971311" sldId="2147483672"/>
            <pc:sldLayoutMk cId="2959587307" sldId="2147483681"/>
          </pc:sldLayoutMkLst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2959587307" sldId="2147483681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2959587307" sldId="2147483681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2959587307" sldId="2147483681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910" v="519"/>
          <pc:sldLayoutMkLst>
            <pc:docMk/>
            <pc:sldMasterMk cId="2355971311" sldId="2147483672"/>
            <pc:sldLayoutMk cId="24055727" sldId="2147483683"/>
          </pc:sldLayoutMkLst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24055727" sldId="2147483683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910" v="519"/>
            <ac:spMkLst>
              <pc:docMk/>
              <pc:sldMasterMk cId="2355971311" sldId="2147483672"/>
              <pc:sldLayoutMk cId="24055727" sldId="2147483683"/>
              <ac:spMk id="3" creationId="{00000000-0000-0000-0000-000000000000}"/>
            </ac:spMkLst>
          </pc:spChg>
        </pc:sldLayoutChg>
      </pc:sldMasterChg>
      <pc:sldMasterChg chg="addSp modSp modSldLayout">
        <pc:chgData name="Sreerag A" userId="ca3fabf9d48a417a" providerId="LiveId" clId="{3FEAFFBA-31AE-407D-8579-C0BEB79A7AAB}" dt="2023-06-04T17:07:09.735" v="518"/>
        <pc:sldMasterMkLst>
          <pc:docMk/>
          <pc:sldMasterMk cId="235073601" sldId="2147483684"/>
        </pc:sldMasterMkLst>
        <pc:spChg chg="mod">
          <ac:chgData name="Sreerag A" userId="ca3fabf9d48a417a" providerId="LiveId" clId="{3FEAFFBA-31AE-407D-8579-C0BEB79A7AAB}" dt="2023-06-04T17:07:09.735" v="518"/>
          <ac:spMkLst>
            <pc:docMk/>
            <pc:sldMasterMk cId="235073601" sldId="2147483684"/>
            <ac:spMk id="2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735" v="518"/>
          <ac:spMkLst>
            <pc:docMk/>
            <pc:sldMasterMk cId="235073601" sldId="2147483684"/>
            <ac:spMk id="3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735" v="518"/>
          <ac:spMkLst>
            <pc:docMk/>
            <pc:sldMasterMk cId="235073601" sldId="2147483684"/>
            <ac:spMk id="4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735" v="518"/>
          <ac:spMkLst>
            <pc:docMk/>
            <pc:sldMasterMk cId="235073601" sldId="2147483684"/>
            <ac:spMk id="5" creationId="{00000000-0000-0000-0000-000000000000}"/>
          </ac:spMkLst>
        </pc:spChg>
        <pc:spChg chg="mod">
          <ac:chgData name="Sreerag A" userId="ca3fabf9d48a417a" providerId="LiveId" clId="{3FEAFFBA-31AE-407D-8579-C0BEB79A7AAB}" dt="2023-06-04T17:07:09.735" v="518"/>
          <ac:spMkLst>
            <pc:docMk/>
            <pc:sldMasterMk cId="235073601" sldId="2147483684"/>
            <ac:spMk id="6" creationId="{00000000-0000-0000-0000-000000000000}"/>
          </ac:spMkLst>
        </pc:spChg>
        <pc:spChg chg="add mod">
          <ac:chgData name="Sreerag A" userId="ca3fabf9d48a417a" providerId="LiveId" clId="{3FEAFFBA-31AE-407D-8579-C0BEB79A7AAB}" dt="2023-06-04T17:07:09.735" v="518"/>
          <ac:spMkLst>
            <pc:docMk/>
            <pc:sldMasterMk cId="235073601" sldId="2147483684"/>
            <ac:spMk id="7" creationId="{D4EEC1A5-4479-B331-618D-0D7DEE176C63}"/>
          </ac:spMkLst>
        </pc:spChg>
        <pc:sldLayoutChg chg="modSp">
          <pc:chgData name="Sreerag A" userId="ca3fabf9d48a417a" providerId="LiveId" clId="{3FEAFFBA-31AE-407D-8579-C0BEB79A7AAB}" dt="2023-06-04T17:07:09.735" v="518"/>
          <pc:sldLayoutMkLst>
            <pc:docMk/>
            <pc:sldMasterMk cId="235073601" sldId="2147483684"/>
            <pc:sldLayoutMk cId="1563276726" sldId="2147483685"/>
          </pc:sldLayoutMkLst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1563276726" sldId="2147483685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1563276726" sldId="2147483685"/>
              <ac:spMk id="3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735" v="518"/>
          <pc:sldLayoutMkLst>
            <pc:docMk/>
            <pc:sldMasterMk cId="235073601" sldId="2147483684"/>
            <pc:sldLayoutMk cId="2089991917" sldId="2147483687"/>
          </pc:sldLayoutMkLst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2089991917" sldId="2147483687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2089991917" sldId="2147483687"/>
              <ac:spMk id="3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735" v="518"/>
          <pc:sldLayoutMkLst>
            <pc:docMk/>
            <pc:sldMasterMk cId="235073601" sldId="2147483684"/>
            <pc:sldLayoutMk cId="1208603246" sldId="2147483688"/>
          </pc:sldLayoutMkLst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1208603246" sldId="2147483688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1208603246" sldId="2147483688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735" v="518"/>
          <pc:sldLayoutMkLst>
            <pc:docMk/>
            <pc:sldMasterMk cId="235073601" sldId="2147483684"/>
            <pc:sldLayoutMk cId="3320227299" sldId="2147483689"/>
          </pc:sldLayoutMkLst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3320227299" sldId="2147483689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3320227299" sldId="2147483689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3320227299" sldId="2147483689"/>
              <ac:spMk id="4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3320227299" sldId="2147483689"/>
              <ac:spMk id="5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3320227299" sldId="2147483689"/>
              <ac:spMk id="6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735" v="518"/>
          <pc:sldLayoutMkLst>
            <pc:docMk/>
            <pc:sldMasterMk cId="235073601" sldId="2147483684"/>
            <pc:sldLayoutMk cId="400635640" sldId="2147483692"/>
          </pc:sldLayoutMkLst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400635640" sldId="2147483692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400635640" sldId="2147483692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400635640" sldId="2147483692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735" v="518"/>
          <pc:sldLayoutMkLst>
            <pc:docMk/>
            <pc:sldMasterMk cId="235073601" sldId="2147483684"/>
            <pc:sldLayoutMk cId="2985434312" sldId="2147483693"/>
          </pc:sldLayoutMkLst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2985434312" sldId="2147483693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2985434312" sldId="2147483693"/>
              <ac:spMk id="3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2985434312" sldId="2147483693"/>
              <ac:spMk id="4" creationId="{00000000-0000-0000-0000-000000000000}"/>
            </ac:spMkLst>
          </pc:spChg>
        </pc:sldLayoutChg>
        <pc:sldLayoutChg chg="modSp">
          <pc:chgData name="Sreerag A" userId="ca3fabf9d48a417a" providerId="LiveId" clId="{3FEAFFBA-31AE-407D-8579-C0BEB79A7AAB}" dt="2023-06-04T17:07:09.735" v="518"/>
          <pc:sldLayoutMkLst>
            <pc:docMk/>
            <pc:sldMasterMk cId="235073601" sldId="2147483684"/>
            <pc:sldLayoutMk cId="3991367847" sldId="2147483695"/>
          </pc:sldLayoutMkLst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3991367847" sldId="2147483695"/>
              <ac:spMk id="2" creationId="{00000000-0000-0000-0000-000000000000}"/>
            </ac:spMkLst>
          </pc:spChg>
          <pc:spChg chg="mod">
            <ac:chgData name="Sreerag A" userId="ca3fabf9d48a417a" providerId="LiveId" clId="{3FEAFFBA-31AE-407D-8579-C0BEB79A7AAB}" dt="2023-06-04T17:07:09.735" v="518"/>
            <ac:spMkLst>
              <pc:docMk/>
              <pc:sldMasterMk cId="235073601" sldId="2147483684"/>
              <pc:sldLayoutMk cId="3991367847" sldId="2147483695"/>
              <ac:spMk id="3" creationId="{00000000-0000-0000-0000-000000000000}"/>
            </ac:spMkLst>
          </pc:spChg>
        </pc:sldLayoutChg>
      </pc:sldMasterChg>
      <pc:sldMasterChg chg="addSp">
        <pc:chgData name="Sreerag A" userId="ca3fabf9d48a417a" providerId="LiveId" clId="{3FEAFFBA-31AE-407D-8579-C0BEB79A7AAB}" dt="2023-06-04T17:06:57.230" v="517"/>
        <pc:sldMasterMkLst>
          <pc:docMk/>
          <pc:sldMasterMk cId="4204287710" sldId="2147483696"/>
        </pc:sldMasterMkLst>
        <pc:spChg chg="add">
          <ac:chgData name="Sreerag A" userId="ca3fabf9d48a417a" providerId="LiveId" clId="{3FEAFFBA-31AE-407D-8579-C0BEB79A7AAB}" dt="2023-06-04T17:06:57.230" v="517"/>
          <ac:spMkLst>
            <pc:docMk/>
            <pc:sldMasterMk cId="4204287710" sldId="2147483696"/>
            <ac:spMk id="7" creationId="{FC6D8F3C-646C-53A8-0D8B-6C4DCB9A7DDD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0C4BBB-7E6B-4F48-82B3-41824C52D29D}" type="doc">
      <dgm:prSet loTypeId="urn:microsoft.com/office/officeart/2008/layout/VerticalCircle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619295-17D8-4E80-8983-9FB9C176AAA5}">
      <dgm:prSet/>
      <dgm:spPr/>
      <dgm:t>
        <a:bodyPr/>
        <a:lstStyle/>
        <a:p>
          <a:r>
            <a:rPr lang="en-US" dirty="0"/>
            <a:t>THANK YOU</a:t>
          </a:r>
        </a:p>
      </dgm:t>
    </dgm:pt>
    <dgm:pt modelId="{028C62F4-C344-4D1E-BBAB-8D0D6DA9EBF9}" type="parTrans" cxnId="{8634C009-ACCA-464D-BDB8-D32A6E542DD0}">
      <dgm:prSet/>
      <dgm:spPr/>
      <dgm:t>
        <a:bodyPr/>
        <a:lstStyle/>
        <a:p>
          <a:endParaRPr lang="en-US"/>
        </a:p>
      </dgm:t>
    </dgm:pt>
    <dgm:pt modelId="{92B90C04-FBCF-4F95-9805-AE5CDF45EDE0}" type="sibTrans" cxnId="{8634C009-ACCA-464D-BDB8-D32A6E542DD0}">
      <dgm:prSet/>
      <dgm:spPr/>
      <dgm:t>
        <a:bodyPr/>
        <a:lstStyle/>
        <a:p>
          <a:endParaRPr lang="en-US"/>
        </a:p>
      </dgm:t>
    </dgm:pt>
    <dgm:pt modelId="{24ABA255-973F-43B7-B5A3-6C0F135AB25B}" type="pres">
      <dgm:prSet presAssocID="{140C4BBB-7E6B-4F48-82B3-41824C52D29D}" presName="Name0" presStyleCnt="0">
        <dgm:presLayoutVars>
          <dgm:dir/>
        </dgm:presLayoutVars>
      </dgm:prSet>
      <dgm:spPr/>
    </dgm:pt>
    <dgm:pt modelId="{BBCC6313-8754-4FBE-AACD-928C746DA74E}" type="pres">
      <dgm:prSet presAssocID="{83619295-17D8-4E80-8983-9FB9C176AAA5}" presName="noChildren" presStyleCnt="0"/>
      <dgm:spPr/>
    </dgm:pt>
    <dgm:pt modelId="{8C9C8D35-F406-421C-B5BB-05B990D28326}" type="pres">
      <dgm:prSet presAssocID="{83619295-17D8-4E80-8983-9FB9C176AAA5}" presName="gap" presStyleCnt="0"/>
      <dgm:spPr/>
    </dgm:pt>
    <dgm:pt modelId="{E356D7A1-EC2F-4CD4-B176-8BDBD8037575}" type="pres">
      <dgm:prSet presAssocID="{83619295-17D8-4E80-8983-9FB9C176AAA5}" presName="medCircle2" presStyleLbl="vennNode1" presStyleIdx="0" presStyleCnt="1"/>
      <dgm:spPr/>
    </dgm:pt>
    <dgm:pt modelId="{855C75A6-395F-4D80-AD44-EAD90BF7630C}" type="pres">
      <dgm:prSet presAssocID="{83619295-17D8-4E80-8983-9FB9C176AAA5}" presName="txLvlOnly1" presStyleLbl="revTx" presStyleIdx="0" presStyleCnt="1"/>
      <dgm:spPr/>
    </dgm:pt>
  </dgm:ptLst>
  <dgm:cxnLst>
    <dgm:cxn modelId="{8634C009-ACCA-464D-BDB8-D32A6E542DD0}" srcId="{140C4BBB-7E6B-4F48-82B3-41824C52D29D}" destId="{83619295-17D8-4E80-8983-9FB9C176AAA5}" srcOrd="0" destOrd="0" parTransId="{028C62F4-C344-4D1E-BBAB-8D0D6DA9EBF9}" sibTransId="{92B90C04-FBCF-4F95-9805-AE5CDF45EDE0}"/>
    <dgm:cxn modelId="{BA890223-C341-4CD9-B4CB-BC951356D3BC}" type="presOf" srcId="{140C4BBB-7E6B-4F48-82B3-41824C52D29D}" destId="{24ABA255-973F-43B7-B5A3-6C0F135AB25B}" srcOrd="0" destOrd="0" presId="urn:microsoft.com/office/officeart/2008/layout/VerticalCircleList"/>
    <dgm:cxn modelId="{3A8713AB-8945-4625-B711-B6CEF2AFB582}" type="presOf" srcId="{83619295-17D8-4E80-8983-9FB9C176AAA5}" destId="{855C75A6-395F-4D80-AD44-EAD90BF7630C}" srcOrd="0" destOrd="0" presId="urn:microsoft.com/office/officeart/2008/layout/VerticalCircleList"/>
    <dgm:cxn modelId="{D2DCBAEE-7B33-408F-A228-8DC6BD1E69F9}" type="presParOf" srcId="{24ABA255-973F-43B7-B5A3-6C0F135AB25B}" destId="{BBCC6313-8754-4FBE-AACD-928C746DA74E}" srcOrd="0" destOrd="0" presId="urn:microsoft.com/office/officeart/2008/layout/VerticalCircleList"/>
    <dgm:cxn modelId="{177214FA-87B2-498A-9778-005E4D3B60B5}" type="presParOf" srcId="{BBCC6313-8754-4FBE-AACD-928C746DA74E}" destId="{8C9C8D35-F406-421C-B5BB-05B990D28326}" srcOrd="0" destOrd="0" presId="urn:microsoft.com/office/officeart/2008/layout/VerticalCircleList"/>
    <dgm:cxn modelId="{B58B3790-7673-483E-8341-C78EB27F416A}" type="presParOf" srcId="{BBCC6313-8754-4FBE-AACD-928C746DA74E}" destId="{E356D7A1-EC2F-4CD4-B176-8BDBD8037575}" srcOrd="1" destOrd="0" presId="urn:microsoft.com/office/officeart/2008/layout/VerticalCircleList"/>
    <dgm:cxn modelId="{00BF5582-94F2-41FF-B2C0-16DA829D4BFB}" type="presParOf" srcId="{BBCC6313-8754-4FBE-AACD-928C746DA74E}" destId="{855C75A6-395F-4D80-AD44-EAD90BF7630C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56D7A1-EC2F-4CD4-B176-8BDBD8037575}">
      <dsp:nvSpPr>
        <dsp:cNvPr id="0" name=""/>
        <dsp:cNvSpPr/>
      </dsp:nvSpPr>
      <dsp:spPr>
        <a:xfrm>
          <a:off x="423727" y="929971"/>
          <a:ext cx="1616075" cy="1616075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55C75A6-395F-4D80-AD44-EAD90BF7630C}">
      <dsp:nvSpPr>
        <dsp:cNvPr id="0" name=""/>
        <dsp:cNvSpPr/>
      </dsp:nvSpPr>
      <dsp:spPr>
        <a:xfrm>
          <a:off x="1231764" y="929971"/>
          <a:ext cx="8622354" cy="1616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0" rIns="0" bIns="825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THANK YOU</a:t>
          </a:r>
        </a:p>
      </dsp:txBody>
      <dsp:txXfrm>
        <a:off x="1231764" y="929971"/>
        <a:ext cx="8622354" cy="16160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3937E5-0F0B-081A-FF07-726F021DF1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CE551-639B-527E-93DD-094475B799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01E3A-C2E4-4151-85B0-BEF93392D470}" type="datetimeFigureOut">
              <a:rPr lang="en-US" smtClean="0"/>
              <a:t>6/7/2023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D7F88-C3D4-E833-76CB-0AAB2CC76D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59C5D-E4C3-8DA4-B9A0-0E7340CB29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A75A4-C51D-4415-B84C-CDC0681C8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682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04C61-34F7-46DC-91F2-A2833A47D932}" type="datetimeFigureOut">
              <a:rPr lang="en-US" smtClean="0"/>
              <a:t>6/7/2023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354A1-902E-4D3E-9BD7-CDBCE5E40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6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EAE8-FFBB-2D4A-12CF-39D308E69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554F4-C1FF-D54B-E732-010122025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8B788-71B1-97DB-5ECD-5E17A7A1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0BCC-63FD-4200-B23A-D75E0354B2AA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558FC-640A-C506-E1EA-E60F67F6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114E2-D2DA-177A-A97B-FC1D0DE2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16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0B3B-F0AD-26AB-632E-98594029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C708-8AF8-A37E-6E29-3EC4FB85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26C73-4374-EB16-C1BC-69173985B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ADED3-3BA0-478A-BDF4-E7EFAA4EE804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117CC-BCE3-8145-4C1D-FCCFF0DF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3EF43-E1C3-180C-649C-72AED5A9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8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574F-1F5A-0E9A-F1D0-1EA9B6EC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4C21E-1970-B75B-648A-BE82F3385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33DC0-C5B0-10D7-ECBE-1130FA3E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4C82-CB13-40DC-A1B5-C6E15E08529F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5812-3866-6405-69D1-A053CAA1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069BE-084D-09E2-1577-A088E651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3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237A-4967-5E0A-EF58-27E44333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AB716-F98B-DFBB-5B20-784E28BE0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1A664-6BFF-B57F-EEEE-807453757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DB173-7610-3560-BF9F-9F2F1DE1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89DE5-175F-4B0F-9DF9-B2EDDFC066BB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51114-6BAE-091D-D49F-9D0F3446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3A11C-0B94-2D55-CB8E-6F2AD96F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5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98D4-AEC5-D30D-B658-3F93A8E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D61B-4A95-669D-8968-2A20727EB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85D9B-DA0C-E992-990A-6F814029C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31DFEE-6356-B977-F8A0-5B505D1BB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0D832-BF3F-D78B-3C8F-BEAE4802B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7B1E8-D043-4A17-9658-AB2D9E12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8FDF1-9449-4BC2-A9BE-2AB022CDB25C}" type="datetime1">
              <a:rPr lang="en-US" smtClean="0"/>
              <a:t>6/7/2023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E9977-301C-DEF4-F11A-B82345D3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251D8-191C-53AA-FE9B-8C33288A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5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7FD8-2A67-3996-4E68-8BD49B75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E392B-ED2C-B18A-B0AF-4E8F91BF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F52DC-3FAE-4391-9F72-781A2F77B03F}" type="datetime1">
              <a:rPr lang="en-US" smtClean="0"/>
              <a:t>6/7/2023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904EE-ECFD-4A26-5DFE-E45D0697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62E32-1681-8799-9D27-39FAACF8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FE517-2C18-F435-5D83-1030465D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5139E-B4AC-48B8-8EDE-A53793750972}" type="datetime1">
              <a:rPr lang="en-US" smtClean="0"/>
              <a:t>6/7/2023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486E0-7628-EF3F-74DA-CEAD637F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0543D-E7EA-0C39-EBE6-F21BF5B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3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7657-3A44-BF5B-0725-A87676B0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C25A2-E9DF-F177-0474-F8E65005C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31A5D-15BE-53F8-6D1C-4025F13E5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2B295-7641-A284-7818-0277845C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9F9A7-4B38-4B7E-8B4B-35B964D36982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B15BF-6412-349D-F72A-918238B8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478D5-3ED0-76F8-BBF5-EDBB11BED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0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5474-42CB-A8E0-26CE-25D66A84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E0A281-F77A-0300-8003-EDBE4A843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98501-C2FA-7A6D-8E9A-FCB932E6C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9B13A-5450-BD59-CF05-168214C5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97FB-F64D-4246-8B66-F89456457145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76B50-7705-67E7-DF7D-CE6CF587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C8669-D948-F780-9E75-3AEA6B88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3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27DB-D693-C149-0EA0-71B8B2C1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B1E6E-83D0-DD78-FFA2-BB4F50AD4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CB211-DF0F-783B-C435-4913A009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D153-EF10-4174-9F94-FB16E70147DC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BA593-F8A0-3609-8748-D26765E5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3AEC8-F865-E791-81EC-A2FBD09D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4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6DF7C-786C-5D04-A10E-80573B472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2910F-47D5-BA5E-24D8-ACED807B1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20344-3983-7723-DDB6-136DA349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D72A3-5CD3-442B-867E-E3719556FF96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63A08-83AC-99BA-9A79-E2B68958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A6EDC-095A-98A4-E06E-365D2346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8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C98C5D-7035-D008-8804-480A346B4020}"/>
              </a:ext>
            </a:extLst>
          </p:cNvPr>
          <p:cNvSpPr/>
          <p:nvPr userDrawn="1"/>
        </p:nvSpPr>
        <p:spPr>
          <a:xfrm>
            <a:off x="0" y="263525"/>
            <a:ext cx="12192000" cy="842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22035-912F-A71E-053B-A7CE8A19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69F45-E06E-9152-7F88-CE87A48A6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A2833-4BF0-A424-D576-1889E706B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1D63B-ED77-4B5F-928E-60F21748E707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66C6D-999E-42CC-F5C5-6052FC426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3D91C-D90E-4CD0-A6CC-37B0959A4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43C04-135B-48AF-9861-0B0111EF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4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50000"/>
                <a:lumOff val="50000"/>
              </a:schemeClr>
            </a:gs>
            <a:gs pos="58000">
              <a:schemeClr val="accent1">
                <a:lumMod val="45000"/>
                <a:lumOff val="55000"/>
              </a:schemeClr>
            </a:gs>
            <a:gs pos="83000">
              <a:schemeClr val="tx2">
                <a:lumMod val="40000"/>
                <a:lumOff val="60000"/>
              </a:schemeClr>
            </a:gs>
            <a:gs pos="100000">
              <a:srgbClr val="00B0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0EF1884-BD59-B65F-0E2E-6EAA00ADFEB3}"/>
              </a:ext>
            </a:extLst>
          </p:cNvPr>
          <p:cNvSpPr txBox="1"/>
          <p:nvPr/>
        </p:nvSpPr>
        <p:spPr>
          <a:xfrm>
            <a:off x="3793787" y="1269069"/>
            <a:ext cx="6634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OLIST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8F2A0-8FDC-6321-B4AF-FB4DCB1B949A}"/>
              </a:ext>
            </a:extLst>
          </p:cNvPr>
          <p:cNvSpPr txBox="1"/>
          <p:nvPr/>
        </p:nvSpPr>
        <p:spPr>
          <a:xfrm>
            <a:off x="2735103" y="2636604"/>
            <a:ext cx="6721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STORE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CA9D3-5846-8706-59DB-C46C1D8995D4}"/>
              </a:ext>
            </a:extLst>
          </p:cNvPr>
          <p:cNvSpPr txBox="1"/>
          <p:nvPr/>
        </p:nvSpPr>
        <p:spPr>
          <a:xfrm>
            <a:off x="3793797" y="4004137"/>
            <a:ext cx="6449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6A120A-454A-4824-21F7-DEA7B677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3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96DA-ECB4-E148-65C9-C1F08CAD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515600" cy="782739"/>
          </a:xfrm>
        </p:spPr>
        <p:txBody>
          <a:bodyPr/>
          <a:lstStyle/>
          <a:p>
            <a:pPr algn="ctr"/>
            <a:r>
              <a:rPr lang="en-US" b="1" dirty="0"/>
              <a:t>OLIST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1BC2-658B-13F1-8D37-3C4CFC708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150"/>
            <a:ext cx="10515600" cy="47178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Spread across 4 continents.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3095 sellers and 99441 customers.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Total sales of $16.01 M.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71 varieties of products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High customer satisfaction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142BF-D9D9-6BED-A553-84023FB9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5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BAF8B-BC81-0FEF-7F7F-DD40405C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5"/>
            <a:ext cx="10515600" cy="520092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5B153-5ECF-CB4B-4D50-1CA19132D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67" t="22748" b="11841"/>
          <a:stretch/>
        </p:blipFill>
        <p:spPr>
          <a:xfrm>
            <a:off x="466937" y="1750651"/>
            <a:ext cx="6581423" cy="2295727"/>
          </a:xfr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82BCB-E081-60BC-0903-0EB653C44316}"/>
              </a:ext>
            </a:extLst>
          </p:cNvPr>
          <p:cNvSpPr txBox="1"/>
          <p:nvPr/>
        </p:nvSpPr>
        <p:spPr>
          <a:xfrm>
            <a:off x="838209" y="1133273"/>
            <a:ext cx="462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A699B-112F-B4D1-0893-48680D38F162}"/>
              </a:ext>
            </a:extLst>
          </p:cNvPr>
          <p:cNvSpPr txBox="1"/>
          <p:nvPr/>
        </p:nvSpPr>
        <p:spPr>
          <a:xfrm>
            <a:off x="7373566" y="1614791"/>
            <a:ext cx="45817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revenue – $ 16.01 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Avg Sales per day $154.10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growth in last year is 22.54 %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Avg sales decreases in first half of 2017 and then increase.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D4003-5B82-9DF4-3D8B-6755396FCEB5}"/>
              </a:ext>
            </a:extLst>
          </p:cNvPr>
          <p:cNvSpPr txBox="1"/>
          <p:nvPr/>
        </p:nvSpPr>
        <p:spPr>
          <a:xfrm>
            <a:off x="1118681" y="4542817"/>
            <a:ext cx="9883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again decreases until 2018 February and is stable after that.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Highest sales avg – 182.6 in October 2016. High sales of home &amp; furniture.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Lowest sales avg – 19.6 in December 2016. Only fashion &amp; accessories.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2DE5B-C3A7-FB56-6AD1-88FF0983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0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6ABB-74EB-3A84-85B3-F0ACF6BF8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4"/>
            <a:ext cx="10515600" cy="471455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B85AE-C82C-3DE8-CBC8-E1E13197D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66" y="1253364"/>
            <a:ext cx="5570703" cy="2804403"/>
          </a:xfr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C4D8FB1-2E92-F825-707C-CB668C878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021164"/>
              </p:ext>
            </p:extLst>
          </p:nvPr>
        </p:nvGraphicFramePr>
        <p:xfrm>
          <a:off x="4484451" y="4474542"/>
          <a:ext cx="7453016" cy="2018321"/>
        </p:xfrm>
        <a:graphic>
          <a:graphicData uri="http://schemas.openxmlformats.org/drawingml/2006/table">
            <a:tbl>
              <a:tblPr firstRow="1" lastRow="1" bandRow="1">
                <a:tableStyleId>{7DF18680-E054-41AD-8BC1-D1AEF772440D}</a:tableStyleId>
              </a:tblPr>
              <a:tblGrid>
                <a:gridCol w="1490603">
                  <a:extLst>
                    <a:ext uri="{9D8B030D-6E8A-4147-A177-3AD203B41FA5}">
                      <a16:colId xmlns:a16="http://schemas.microsoft.com/office/drawing/2014/main" val="1358503371"/>
                    </a:ext>
                  </a:extLst>
                </a:gridCol>
                <a:gridCol w="1490603">
                  <a:extLst>
                    <a:ext uri="{9D8B030D-6E8A-4147-A177-3AD203B41FA5}">
                      <a16:colId xmlns:a16="http://schemas.microsoft.com/office/drawing/2014/main" val="3672819977"/>
                    </a:ext>
                  </a:extLst>
                </a:gridCol>
                <a:gridCol w="1435102">
                  <a:extLst>
                    <a:ext uri="{9D8B030D-6E8A-4147-A177-3AD203B41FA5}">
                      <a16:colId xmlns:a16="http://schemas.microsoft.com/office/drawing/2014/main" val="1187528803"/>
                    </a:ext>
                  </a:extLst>
                </a:gridCol>
                <a:gridCol w="1546105">
                  <a:extLst>
                    <a:ext uri="{9D8B030D-6E8A-4147-A177-3AD203B41FA5}">
                      <a16:colId xmlns:a16="http://schemas.microsoft.com/office/drawing/2014/main" val="942666475"/>
                    </a:ext>
                  </a:extLst>
                </a:gridCol>
                <a:gridCol w="1490603">
                  <a:extLst>
                    <a:ext uri="{9D8B030D-6E8A-4147-A177-3AD203B41FA5}">
                      <a16:colId xmlns:a16="http://schemas.microsoft.com/office/drawing/2014/main" val="577488019"/>
                    </a:ext>
                  </a:extLst>
                </a:gridCol>
              </a:tblGrid>
              <a:tr h="511033">
                <a:tc>
                  <a:txBody>
                    <a:bodyPr/>
                    <a:lstStyle/>
                    <a:p>
                      <a:r>
                        <a:rPr lang="en-US" sz="13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Unique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Repeat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Payment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492955"/>
                  </a:ext>
                </a:extLst>
              </a:tr>
              <a:tr h="376822">
                <a:tc>
                  <a:txBody>
                    <a:bodyPr/>
                    <a:lstStyle/>
                    <a:p>
                      <a:r>
                        <a:rPr lang="en-US" sz="1300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59362.34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48782"/>
                  </a:ext>
                </a:extLst>
              </a:tr>
              <a:tr h="376822">
                <a:tc>
                  <a:txBody>
                    <a:bodyPr/>
                    <a:lstStyle/>
                    <a:p>
                      <a:r>
                        <a:rPr lang="en-US" sz="13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45648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43355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7249746.73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828822"/>
                  </a:ext>
                </a:extLst>
              </a:tr>
              <a:tr h="376822">
                <a:tc>
                  <a:txBody>
                    <a:bodyPr/>
                    <a:lstStyle/>
                    <a:p>
                      <a:r>
                        <a:rPr lang="en-US" sz="13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54818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52849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8699763.05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31331"/>
                  </a:ext>
                </a:extLst>
              </a:tr>
              <a:tr h="376822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100755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96476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16008872.12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7516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309BDE-32DE-6EA8-557C-7D256CA5E7DD}"/>
              </a:ext>
            </a:extLst>
          </p:cNvPr>
          <p:cNvSpPr txBox="1"/>
          <p:nvPr/>
        </p:nvSpPr>
        <p:spPr>
          <a:xfrm>
            <a:off x="350197" y="1429966"/>
            <a:ext cx="5650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are located in South America (89.1 %).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2965 (≈ 3%) customers didn’t purchase any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growth rate in last year is 21.9 %.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retention is very low. Almost all of them purchased in one year only.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25C54-56EF-0E10-BEE7-189C17FC2F13}"/>
              </a:ext>
            </a:extLst>
          </p:cNvPr>
          <p:cNvSpPr txBox="1"/>
          <p:nvPr/>
        </p:nvSpPr>
        <p:spPr>
          <a:xfrm>
            <a:off x="350197" y="4717915"/>
            <a:ext cx="3949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 state is largest contributor of the revenue, consisting of  41.75 K customers and a total payment value of $ 6 M.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B7476-815F-9C75-DB2C-7D1E9838C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1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6ABB-74EB-3A84-85B3-F0ACF6BF8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4"/>
            <a:ext cx="10515600" cy="471455"/>
          </a:xfrm>
        </p:spPr>
        <p:txBody>
          <a:bodyPr>
            <a:normAutofit fontScale="90000"/>
          </a:bodyPr>
          <a:lstStyle/>
          <a:p>
            <a:r>
              <a:rPr lang="en-US" dirty="0"/>
              <a:t>Sellers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F1126-6056-A906-91E4-E7F058EC317C}"/>
              </a:ext>
            </a:extLst>
          </p:cNvPr>
          <p:cNvSpPr txBox="1"/>
          <p:nvPr/>
        </p:nvSpPr>
        <p:spPr>
          <a:xfrm>
            <a:off x="359923" y="1570907"/>
            <a:ext cx="33281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Majority of sellers are from South America (92.31%).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Average seller rating is 4.09 out of 5.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Average selling price is $ 120.65.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Most selling category is home &amp; furniture.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F7BB19-B7EF-56B0-87AF-DCB79241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3BEE48-5B0D-FD92-D255-120C03A41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1919" y="1666240"/>
            <a:ext cx="7993851" cy="395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3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4CB23-91F0-37A8-8931-886D08B2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4"/>
            <a:ext cx="10515600" cy="617369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582152-EF6F-3412-9387-B21AA5D01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9004" y="1458985"/>
            <a:ext cx="7357959" cy="4708980"/>
          </a:xfr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217771-BD17-AC4B-5242-D270AB6F45E0}"/>
              </a:ext>
            </a:extLst>
          </p:cNvPr>
          <p:cNvSpPr txBox="1"/>
          <p:nvPr/>
        </p:nvSpPr>
        <p:spPr>
          <a:xfrm>
            <a:off x="311285" y="1458985"/>
            <a:ext cx="396888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Home &amp; Furniture generate most </a:t>
            </a:r>
            <a:r>
              <a:rPr lang="en-US" sz="2000"/>
              <a:t>revenue of $ 10.9 M (68%) 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Selling construction products is not profitable (avg price 158).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Several categories showed critical jump in sales in Nov 2017.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February 2018 showed considerable drop in sales of some products.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084D2D-C746-5AE3-01B6-157914DD0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4CB23-91F0-37A8-8931-886D08B2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4"/>
            <a:ext cx="10515600" cy="617369"/>
          </a:xfrm>
        </p:spPr>
        <p:txBody>
          <a:bodyPr>
            <a:normAutofit fontScale="90000"/>
          </a:bodyPr>
          <a:lstStyle/>
          <a:p>
            <a:r>
              <a:rPr lang="en-US" dirty="0"/>
              <a:t>Shipping &amp; Delivery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7F7ADC2-199C-9098-7B3B-452888714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2604" y="1226629"/>
            <a:ext cx="4953429" cy="440474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A54036-8607-7C19-1623-D2C6B9F33034}"/>
              </a:ext>
            </a:extLst>
          </p:cNvPr>
          <p:cNvSpPr txBox="1"/>
          <p:nvPr/>
        </p:nvSpPr>
        <p:spPr>
          <a:xfrm>
            <a:off x="311285" y="1439694"/>
            <a:ext cx="650780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Review score is affected by shipping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Freight value is proportional to product volume (CR – 0.87)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Product volume affects the shipping days in some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Out of 99.44 K orders 96 K are delivered which yields a delivery success rate of </a:t>
            </a:r>
          </a:p>
          <a:p>
            <a:r>
              <a:rPr lang="en-US" sz="2400" dirty="0"/>
              <a:t>    </a:t>
            </a:r>
            <a:r>
              <a:rPr lang="en-US" sz="2400" dirty="0">
                <a:effectLst/>
              </a:rPr>
              <a:t>97 %.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47507-B06A-3810-64D7-CF35B0A0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3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4453-D7C1-9C6B-87C3-7D460090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4"/>
            <a:ext cx="10515600" cy="617369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Operational Efficiency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4A579-CD67-DA04-B565-10BDF5A6D81A}"/>
              </a:ext>
            </a:extLst>
          </p:cNvPr>
          <p:cNvSpPr txBox="1"/>
          <p:nvPr/>
        </p:nvSpPr>
        <p:spPr>
          <a:xfrm>
            <a:off x="497732" y="1546697"/>
            <a:ext cx="11196536" cy="466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Order fulfillment rate – 97.02 %.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Average delivery time – 12.14 days.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Shortage of sellers in Europe and Africa affects the sales.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Need to transport large products fast.</a:t>
            </a:r>
          </a:p>
          <a:p>
            <a:pPr algn="ctr"/>
            <a:endParaRPr lang="en-US" sz="28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EA245-4B74-AD2B-28B0-BE17953D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0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07DD-A40F-6C2D-DE6E-54B893F7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8459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feedback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1D28EF-455B-71A8-451B-E93D5C997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329" y="1225076"/>
            <a:ext cx="6939367" cy="379439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C5DCC4-7289-CBAE-7431-63E0727024ED}"/>
              </a:ext>
            </a:extLst>
          </p:cNvPr>
          <p:cNvSpPr txBox="1"/>
          <p:nvPr/>
        </p:nvSpPr>
        <p:spPr>
          <a:xfrm>
            <a:off x="136187" y="1391055"/>
            <a:ext cx="4698460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Positive feedback ratio – 85.3 %.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Delay in shipping affects review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Cancelling products reduced from </a:t>
            </a:r>
          </a:p>
          <a:p>
            <a:r>
              <a:rPr lang="en-US" sz="2000" dirty="0"/>
              <a:t>     7.9 % to 0.62 %.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Security and services is least rated.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Average customer rating increases from 3.54 to 4.09 over the years.</a:t>
            </a:r>
          </a:p>
          <a:p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C2A27-E87C-77E3-86EA-5E2B1AE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3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6FCB-C00D-659F-3A57-3A4C39F2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4"/>
            <a:ext cx="10515600" cy="617369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Recommendations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D1A15-6816-A87B-1795-7BD011CF4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332"/>
            <a:ext cx="10515600" cy="46886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Recruit more sellers in Africa and Europe to meet customer needs.</a:t>
            </a:r>
          </a:p>
          <a:p>
            <a:endParaRPr lang="en-US" dirty="0"/>
          </a:p>
          <a:p>
            <a:r>
              <a:rPr lang="en-US" dirty="0"/>
              <a:t>Reduce the delay in shipping for large products.</a:t>
            </a:r>
          </a:p>
          <a:p>
            <a:endParaRPr lang="en-US" dirty="0"/>
          </a:p>
          <a:p>
            <a:r>
              <a:rPr lang="en-US" dirty="0"/>
              <a:t>Inform the unavailability of products as soon as possible.</a:t>
            </a:r>
          </a:p>
          <a:p>
            <a:endParaRPr lang="en-US" dirty="0"/>
          </a:p>
          <a:p>
            <a:r>
              <a:rPr lang="en-US" dirty="0"/>
              <a:t>Introduce methods to retain customers.</a:t>
            </a:r>
          </a:p>
          <a:p>
            <a:endParaRPr lang="en-US" dirty="0"/>
          </a:p>
          <a:p>
            <a:r>
              <a:rPr lang="en-US" dirty="0"/>
              <a:t>Store needs to expand into more regions.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68B71-140B-F882-A9A9-CD9A8BD9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8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6FCB-C00D-659F-3A57-3A4C39F2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34"/>
            <a:ext cx="10515600" cy="617369"/>
          </a:xfrm>
        </p:spPr>
        <p:txBody>
          <a:bodyPr>
            <a:normAutofit fontScale="90000"/>
          </a:bodyPr>
          <a:lstStyle/>
          <a:p>
            <a:r>
              <a:rPr lang="en-US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D1A15-6816-A87B-1795-7BD011CF4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332"/>
            <a:ext cx="10515600" cy="468863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Mr. Adithya S </a:t>
            </a:r>
            <a:r>
              <a:rPr lang="en-US" sz="4000" dirty="0" err="1"/>
              <a:t>Vasisht</a:t>
            </a:r>
            <a:r>
              <a:rPr lang="en-US" sz="4000" dirty="0"/>
              <a:t> </a:t>
            </a:r>
          </a:p>
          <a:p>
            <a:pPr algn="ctr"/>
            <a:r>
              <a:rPr lang="en-US" sz="4000" dirty="0"/>
              <a:t>Mr. Adnan </a:t>
            </a:r>
            <a:r>
              <a:rPr lang="en-US" sz="4000" dirty="0" err="1"/>
              <a:t>Sakeer</a:t>
            </a:r>
            <a:r>
              <a:rPr lang="en-US" sz="4000" dirty="0"/>
              <a:t> </a:t>
            </a:r>
            <a:r>
              <a:rPr lang="en-US" sz="4000" dirty="0" err="1"/>
              <a:t>Kaloontakath</a:t>
            </a:r>
            <a:endParaRPr lang="en-US" sz="4000" dirty="0"/>
          </a:p>
          <a:p>
            <a:pPr algn="ctr"/>
            <a:r>
              <a:rPr lang="en-US" sz="4000" dirty="0"/>
              <a:t>Mr. Hemanth S</a:t>
            </a:r>
          </a:p>
          <a:p>
            <a:pPr algn="ctr"/>
            <a:r>
              <a:rPr lang="en-US" sz="4000" dirty="0"/>
              <a:t>Mrs. Rajalakshmi S T</a:t>
            </a:r>
          </a:p>
          <a:p>
            <a:pPr algn="ctr"/>
            <a:r>
              <a:rPr lang="en-US" sz="4000"/>
              <a:t>Mr. Sreerag </a:t>
            </a:r>
            <a:r>
              <a:rPr lang="en-US" sz="4000" dirty="0"/>
              <a:t>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68B71-140B-F882-A9A9-CD9A8BD9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03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3CE16FC-9018-1E7A-74D9-CBD72D069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2669677"/>
              </p:ext>
            </p:extLst>
          </p:nvPr>
        </p:nvGraphicFramePr>
        <p:xfrm>
          <a:off x="1342417" y="852791"/>
          <a:ext cx="9854119" cy="3476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48F1D2-E8DB-5DC0-F069-1D05E940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43C04-135B-48AF-9861-0B0111EF2A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0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969</TotalTime>
  <Words>508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Georgia</vt:lpstr>
      <vt:lpstr>Rockwell</vt:lpstr>
      <vt:lpstr>Tw Cen MT</vt:lpstr>
      <vt:lpstr>Office Theme</vt:lpstr>
      <vt:lpstr>PowerPoint Presentation</vt:lpstr>
      <vt:lpstr>OLIST STORE</vt:lpstr>
      <vt:lpstr>Sales Analysis</vt:lpstr>
      <vt:lpstr>Customer Analysis</vt:lpstr>
      <vt:lpstr>Sellers Analysis</vt:lpstr>
      <vt:lpstr>Product Analysis</vt:lpstr>
      <vt:lpstr>Shipping &amp; Delivery</vt:lpstr>
      <vt:lpstr>Operational Efficiency</vt:lpstr>
      <vt:lpstr>Customer feedback</vt:lpstr>
      <vt:lpstr>Recommendations &amp; Conclusions</vt:lpstr>
      <vt:lpstr>Group Members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STORE ANALYSIS</dc:title>
  <dc:creator>Sreerag A</dc:creator>
  <cp:lastModifiedBy>Sreerag A</cp:lastModifiedBy>
  <cp:revision>1</cp:revision>
  <dcterms:created xsi:type="dcterms:W3CDTF">2023-06-03T06:37:32Z</dcterms:created>
  <dcterms:modified xsi:type="dcterms:W3CDTF">2023-06-07T13:50:07Z</dcterms:modified>
</cp:coreProperties>
</file>